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Krona One"/>
      <p:regular r:id="rId21"/>
    </p:embeddedFont>
    <p:embeddedFont>
      <p:font typeface="Ubuntu"/>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F2DD13-1DAA-4EB0-8382-CD8D6F96B8C8}">
  <a:tblStyle styleId="{61F2DD13-1DAA-4EB0-8382-CD8D6F96B8C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Ubuntu-regular.fntdata"/><Relationship Id="rId21" Type="http://schemas.openxmlformats.org/officeDocument/2006/relationships/font" Target="fonts/KronaOne-regular.fntdata"/><Relationship Id="rId24" Type="http://schemas.openxmlformats.org/officeDocument/2006/relationships/font" Target="fonts/Ubuntu-italic.fntdata"/><Relationship Id="rId23" Type="http://schemas.openxmlformats.org/officeDocument/2006/relationships/font" Target="fonts/Ubuntu-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Ubuntu-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3817d4e3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3817d4e3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73817d4e39_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73817d4e39_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3817d4e39_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73817d4e39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73817d4e39_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73817d4e39_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73817d4e39_6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73817d4e39_6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73817d4e39_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73817d4e39_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an image of every object in view is not fed to the model individually, an algorithm analyse the full image must be made. </a:t>
            </a:r>
            <a:r>
              <a:rPr lang="en"/>
              <a:t>Imagine you’re looking at a big image through a small square, you then slide that square across the entire image, left to right, top to bottom, checking a small section every second. That’s essentially the sliding window, It allows our model to analyse every object in view of the frame that was fed as an input.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73817d4e39_3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73817d4e39_3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a:t>
            </a:r>
            <a:r>
              <a:rPr lang="en"/>
              <a:t>code moves a small 32x32 window across the image, one step at a time using a nested for loop in which the outer loop moves 16 pixels vertically (step_h) and at each iteration, the inner loop repeatedly moves 16 pixels horizontally (step_w). This is done to make sure that every section in the frame is checked. For each position, if the window fits, we extract that patch by indexing the image and storing it in the array: ‘windows’. These patches are what we’ll later use to check for objects.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73817d4e39_3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73817d4e39_3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we generated image windows using the sliding window, we needed a model to classify what’s inside each window, for example: background, car, or other objects.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started with a simple model called a perceptron, it just flattens the image and passes it through dense layers. This is like trying to understand the image without really “seeing” the structure inside it. The accuracy was around 73%, not bad, but not great.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we used a Convolutional Neural Network (CNN). CNNs are designed to understand visual patterns, like edges, textures, and shapes. They do this using convolutional layers, which act like mini filters scanning the image.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CNNs learn these patterns and preserve the spatial layout of the image, they performed much better, achieving about 82% accuracy on the same task. That’s a 9% improvement, just by switching to a better model.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3817d4e39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73817d4e39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models we have made so far are very inexperienced. So far, they only know roughly what cars and trucks look like and what aren’t cars and trucks (the background). What if we could use a very experienced model that knew thousands of different categories and was trained on millions of images? Surely with its knowledge, it could help us with our task. In deep learning, the idea of using a model trained on another task as a starting point for your model is known as transfer learning. The model we will use as a starting point is VGG 16.</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73817d4e39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73817d4e39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VGG 16 is a model that was built for the famous 'ImageNet' classification problem. The problem included distinguishing between 20,000+ categories using 14 million images for training. VGG 16 studied the images 74 times and was then able to guess something close to the real label better than a human can.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having it train on our data, it was 95% accurate in distinguish between cars, trucks, and background</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73817d4e39_16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73817d4e39_16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“You Only Look Once,” or YOLO, family of models are a series of end-to-end deep learning models designed for fast object detection. The approach involves a single deep convolutional neural network (DarkNet, based on the VGG models) that splits the input into a grid of cells, with each cell directly predicting a bounding box and object classification. The result is a large number of candidate bounding boxes that are consolidated into a final prediction by a post-processing step.</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347697288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1347697288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using the the sliding window from earlier, we process each of the sections and figure out if it’s an object. We essentially use these three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73817d4e39_5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73817d4e39_5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36158c818b_0_2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36158c818b_0_2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73817d4e39_3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73817d4e39_3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iving Center Company Profile by Slidesgo" type="title">
  <p:cSld name="TITLE">
    <p:spTree>
      <p:nvGrpSpPr>
        <p:cNvPr id="8" name="Shape 8"/>
        <p:cNvGrpSpPr/>
        <p:nvPr/>
      </p:nvGrpSpPr>
      <p:grpSpPr>
        <a:xfrm>
          <a:off x="0" y="0"/>
          <a:ext cx="0" cy="0"/>
          <a:chOff x="0" y="0"/>
          <a:chExt cx="0" cy="0"/>
        </a:xfrm>
      </p:grpSpPr>
      <p:sp>
        <p:nvSpPr>
          <p:cNvPr id="9" name="Google Shape;9;p2"/>
          <p:cNvSpPr/>
          <p:nvPr/>
        </p:nvSpPr>
        <p:spPr>
          <a:xfrm rot="10800000">
            <a:off x="7326300" y="0"/>
            <a:ext cx="1817700" cy="1212900"/>
          </a:xfrm>
          <a:prstGeom prst="rtTriangle">
            <a:avLst/>
          </a:prstGeom>
          <a:solidFill>
            <a:srgbClr val="336574">
              <a:alpha val="32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1525" y="-137700"/>
            <a:ext cx="6939000" cy="5297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364350" y="817950"/>
            <a:ext cx="3015000" cy="2052600"/>
          </a:xfrm>
          <a:prstGeom prst="rect">
            <a:avLst/>
          </a:prstGeom>
        </p:spPr>
        <p:txBody>
          <a:bodyPr anchorCtr="0" anchor="b" bIns="91425" lIns="91425" spcFirstLastPara="1" rIns="91425" wrap="square" tIns="91425">
            <a:noAutofit/>
          </a:bodyPr>
          <a:lstStyle>
            <a:lvl1pPr lvl="0" algn="r">
              <a:spcBef>
                <a:spcPts val="0"/>
              </a:spcBef>
              <a:spcAft>
                <a:spcPts val="0"/>
              </a:spcAft>
              <a:buSzPts val="5200"/>
              <a:buNone/>
              <a:defRPr sz="5200">
                <a:latin typeface="Krona One"/>
                <a:ea typeface="Krona One"/>
                <a:cs typeface="Krona One"/>
                <a:sym typeface="Kron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5573650" y="2960400"/>
            <a:ext cx="1805700" cy="627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400">
                <a:solidFill>
                  <a:srgbClr val="FFFFFF"/>
                </a:solidFill>
                <a:latin typeface="Ubuntu"/>
                <a:ea typeface="Ubuntu"/>
                <a:cs typeface="Ubuntu"/>
                <a:sym typeface="Ubuntu"/>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4" name="Google Shape;14;p2"/>
          <p:cNvGrpSpPr/>
          <p:nvPr/>
        </p:nvGrpSpPr>
        <p:grpSpPr>
          <a:xfrm flipH="1">
            <a:off x="8956333" y="1805"/>
            <a:ext cx="246027" cy="5242522"/>
            <a:chOff x="-66750" y="-99025"/>
            <a:chExt cx="246027" cy="5242522"/>
          </a:xfrm>
        </p:grpSpPr>
        <p:sp>
          <p:nvSpPr>
            <p:cNvPr id="15" name="Google Shape;15;p2"/>
            <p:cNvSpPr/>
            <p:nvPr/>
          </p:nvSpPr>
          <p:spPr>
            <a:xfrm>
              <a:off x="-66750" y="-99025"/>
              <a:ext cx="246026" cy="5242522"/>
            </a:xfrm>
            <a:custGeom>
              <a:rect b="b" l="l" r="r" t="t"/>
              <a:pathLst>
                <a:path extrusionOk="0" h="24919" w="1281">
                  <a:moveTo>
                    <a:pt x="69" y="0"/>
                  </a:moveTo>
                  <a:cubicBezTo>
                    <a:pt x="31" y="0"/>
                    <a:pt x="0" y="34"/>
                    <a:pt x="0" y="72"/>
                  </a:cubicBezTo>
                  <a:lnTo>
                    <a:pt x="0" y="24918"/>
                  </a:lnTo>
                  <a:lnTo>
                    <a:pt x="1280" y="24918"/>
                  </a:lnTo>
                  <a:lnTo>
                    <a:pt x="1280" y="72"/>
                  </a:lnTo>
                  <a:cubicBezTo>
                    <a:pt x="1280" y="34"/>
                    <a:pt x="1249" y="0"/>
                    <a:pt x="12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5775" y="-99025"/>
              <a:ext cx="103502" cy="5242522"/>
            </a:xfrm>
            <a:custGeom>
              <a:rect b="b" l="l" r="r" t="t"/>
              <a:pathLst>
                <a:path extrusionOk="0" h="24919" w="1281">
                  <a:moveTo>
                    <a:pt x="69" y="0"/>
                  </a:moveTo>
                  <a:cubicBezTo>
                    <a:pt x="31" y="0"/>
                    <a:pt x="0" y="34"/>
                    <a:pt x="0" y="72"/>
                  </a:cubicBezTo>
                  <a:lnTo>
                    <a:pt x="0" y="24918"/>
                  </a:lnTo>
                  <a:lnTo>
                    <a:pt x="1280" y="24918"/>
                  </a:lnTo>
                  <a:lnTo>
                    <a:pt x="1280" y="72"/>
                  </a:lnTo>
                  <a:cubicBezTo>
                    <a:pt x="1280" y="34"/>
                    <a:pt x="1249" y="0"/>
                    <a:pt x="1211"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2"/>
          <p:cNvSpPr/>
          <p:nvPr/>
        </p:nvSpPr>
        <p:spPr>
          <a:xfrm flipH="1">
            <a:off x="7637083" y="634585"/>
            <a:ext cx="2030710" cy="765299"/>
          </a:xfrm>
          <a:custGeom>
            <a:rect b="b" l="l" r="r" t="t"/>
            <a:pathLst>
              <a:path extrusionOk="0" h="3985" w="10574">
                <a:moveTo>
                  <a:pt x="197" y="1"/>
                </a:moveTo>
                <a:cubicBezTo>
                  <a:pt x="77" y="1"/>
                  <a:pt x="1" y="132"/>
                  <a:pt x="60" y="238"/>
                </a:cubicBezTo>
                <a:lnTo>
                  <a:pt x="1002" y="1914"/>
                </a:lnTo>
                <a:cubicBezTo>
                  <a:pt x="1030" y="1962"/>
                  <a:pt x="1030" y="2020"/>
                  <a:pt x="1002" y="2068"/>
                </a:cubicBezTo>
                <a:lnTo>
                  <a:pt x="60" y="3747"/>
                </a:lnTo>
                <a:cubicBezTo>
                  <a:pt x="1" y="3854"/>
                  <a:pt x="77" y="3984"/>
                  <a:pt x="197" y="3984"/>
                </a:cubicBezTo>
                <a:lnTo>
                  <a:pt x="9376" y="3984"/>
                </a:lnTo>
                <a:cubicBezTo>
                  <a:pt x="9434" y="3984"/>
                  <a:pt x="9490" y="3954"/>
                  <a:pt x="9517" y="3902"/>
                </a:cubicBezTo>
                <a:lnTo>
                  <a:pt x="10546" y="2068"/>
                </a:lnTo>
                <a:cubicBezTo>
                  <a:pt x="10574" y="2020"/>
                  <a:pt x="10574" y="1962"/>
                  <a:pt x="10546" y="1914"/>
                </a:cubicBezTo>
                <a:lnTo>
                  <a:pt x="9517" y="80"/>
                </a:lnTo>
                <a:cubicBezTo>
                  <a:pt x="9490" y="32"/>
                  <a:pt x="9434" y="1"/>
                  <a:pt x="93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flipH="1">
            <a:off x="8153537" y="1732699"/>
            <a:ext cx="2031286" cy="765299"/>
          </a:xfrm>
          <a:custGeom>
            <a:rect b="b" l="l" r="r" t="t"/>
            <a:pathLst>
              <a:path extrusionOk="0" h="3985" w="10577">
                <a:moveTo>
                  <a:pt x="1198" y="0"/>
                </a:moveTo>
                <a:cubicBezTo>
                  <a:pt x="1139" y="0"/>
                  <a:pt x="1087" y="32"/>
                  <a:pt x="1057" y="80"/>
                </a:cubicBezTo>
                <a:lnTo>
                  <a:pt x="28" y="1913"/>
                </a:lnTo>
                <a:cubicBezTo>
                  <a:pt x="1" y="1961"/>
                  <a:pt x="1" y="2020"/>
                  <a:pt x="28" y="2068"/>
                </a:cubicBezTo>
                <a:lnTo>
                  <a:pt x="1057" y="3902"/>
                </a:lnTo>
                <a:cubicBezTo>
                  <a:pt x="1087" y="3954"/>
                  <a:pt x="1139" y="3984"/>
                  <a:pt x="1198" y="3984"/>
                </a:cubicBezTo>
                <a:lnTo>
                  <a:pt x="10376" y="3984"/>
                </a:lnTo>
                <a:cubicBezTo>
                  <a:pt x="10497" y="3984"/>
                  <a:pt x="10576" y="3854"/>
                  <a:pt x="10514" y="3747"/>
                </a:cubicBezTo>
                <a:lnTo>
                  <a:pt x="9571" y="2068"/>
                </a:lnTo>
                <a:cubicBezTo>
                  <a:pt x="9544" y="2020"/>
                  <a:pt x="9544" y="1961"/>
                  <a:pt x="9571" y="1913"/>
                </a:cubicBezTo>
                <a:lnTo>
                  <a:pt x="10514" y="238"/>
                </a:lnTo>
                <a:cubicBezTo>
                  <a:pt x="10576" y="132"/>
                  <a:pt x="10497" y="0"/>
                  <a:pt x="103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rot="10800000">
            <a:off x="7809360" y="2830812"/>
            <a:ext cx="2031094" cy="765299"/>
          </a:xfrm>
          <a:custGeom>
            <a:rect b="b" l="l" r="r" t="t"/>
            <a:pathLst>
              <a:path extrusionOk="0" h="3985" w="10576">
                <a:moveTo>
                  <a:pt x="1198" y="0"/>
                </a:moveTo>
                <a:cubicBezTo>
                  <a:pt x="1139" y="0"/>
                  <a:pt x="1088" y="32"/>
                  <a:pt x="1060" y="79"/>
                </a:cubicBezTo>
                <a:lnTo>
                  <a:pt x="28" y="1913"/>
                </a:lnTo>
                <a:cubicBezTo>
                  <a:pt x="0" y="1961"/>
                  <a:pt x="0" y="2020"/>
                  <a:pt x="28" y="2068"/>
                </a:cubicBezTo>
                <a:lnTo>
                  <a:pt x="1060" y="3901"/>
                </a:lnTo>
                <a:cubicBezTo>
                  <a:pt x="1088" y="3953"/>
                  <a:pt x="1139" y="3984"/>
                  <a:pt x="1198" y="3984"/>
                </a:cubicBezTo>
                <a:lnTo>
                  <a:pt x="10377" y="3984"/>
                </a:lnTo>
                <a:cubicBezTo>
                  <a:pt x="10500" y="3984"/>
                  <a:pt x="10576" y="3850"/>
                  <a:pt x="10518" y="3747"/>
                </a:cubicBezTo>
                <a:lnTo>
                  <a:pt x="9571" y="2068"/>
                </a:lnTo>
                <a:cubicBezTo>
                  <a:pt x="9548" y="2020"/>
                  <a:pt x="9548" y="1961"/>
                  <a:pt x="9571" y="1913"/>
                </a:cubicBezTo>
                <a:lnTo>
                  <a:pt x="10518" y="238"/>
                </a:lnTo>
                <a:cubicBezTo>
                  <a:pt x="10576" y="131"/>
                  <a:pt x="10500" y="0"/>
                  <a:pt x="103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rot="10800000">
            <a:off x="7641126" y="1009276"/>
            <a:ext cx="2020346" cy="390628"/>
          </a:xfrm>
          <a:custGeom>
            <a:rect b="b" l="l" r="r" t="t"/>
            <a:pathLst>
              <a:path extrusionOk="0" h="9483" w="50170">
                <a:moveTo>
                  <a:pt x="4721" y="9059"/>
                </a:moveTo>
                <a:cubicBezTo>
                  <a:pt x="4777" y="9186"/>
                  <a:pt x="4834" y="9356"/>
                  <a:pt x="4834" y="9483"/>
                </a:cubicBezTo>
                <a:lnTo>
                  <a:pt x="50169" y="9483"/>
                </a:lnTo>
                <a:cubicBezTo>
                  <a:pt x="50169" y="9356"/>
                  <a:pt x="50113" y="9186"/>
                  <a:pt x="50056" y="9059"/>
                </a:cubicBezTo>
                <a:lnTo>
                  <a:pt x="45166" y="410"/>
                </a:lnTo>
                <a:cubicBezTo>
                  <a:pt x="45053" y="170"/>
                  <a:pt x="44757" y="0"/>
                  <a:pt x="44516" y="0"/>
                </a:cubicBezTo>
                <a:lnTo>
                  <a:pt x="891" y="0"/>
                </a:lnTo>
                <a:cubicBezTo>
                  <a:pt x="354" y="0"/>
                  <a:pt x="0" y="650"/>
                  <a:pt x="241" y="1117"/>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rot="10800000">
            <a:off x="7814739" y="3205476"/>
            <a:ext cx="2020346" cy="390628"/>
          </a:xfrm>
          <a:custGeom>
            <a:rect b="b" l="l" r="r" t="t"/>
            <a:pathLst>
              <a:path extrusionOk="0" h="9483" w="50170">
                <a:moveTo>
                  <a:pt x="4721" y="9059"/>
                </a:moveTo>
                <a:cubicBezTo>
                  <a:pt x="4777" y="9186"/>
                  <a:pt x="4834" y="9356"/>
                  <a:pt x="4834" y="9483"/>
                </a:cubicBezTo>
                <a:lnTo>
                  <a:pt x="50169" y="9483"/>
                </a:lnTo>
                <a:cubicBezTo>
                  <a:pt x="50169" y="9356"/>
                  <a:pt x="50113" y="9186"/>
                  <a:pt x="50056" y="9059"/>
                </a:cubicBezTo>
                <a:lnTo>
                  <a:pt x="45166" y="410"/>
                </a:lnTo>
                <a:cubicBezTo>
                  <a:pt x="45053" y="170"/>
                  <a:pt x="44757" y="0"/>
                  <a:pt x="44516" y="0"/>
                </a:cubicBezTo>
                <a:lnTo>
                  <a:pt x="891" y="0"/>
                </a:lnTo>
                <a:cubicBezTo>
                  <a:pt x="354" y="0"/>
                  <a:pt x="0" y="650"/>
                  <a:pt x="241" y="1117"/>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flipH="1" rot="10800000">
            <a:off x="8159014" y="2107376"/>
            <a:ext cx="2020346" cy="390628"/>
          </a:xfrm>
          <a:custGeom>
            <a:rect b="b" l="l" r="r" t="t"/>
            <a:pathLst>
              <a:path extrusionOk="0" h="9483" w="50170">
                <a:moveTo>
                  <a:pt x="4721" y="9059"/>
                </a:moveTo>
                <a:cubicBezTo>
                  <a:pt x="4777" y="9186"/>
                  <a:pt x="4834" y="9356"/>
                  <a:pt x="4834" y="9483"/>
                </a:cubicBezTo>
                <a:lnTo>
                  <a:pt x="50169" y="9483"/>
                </a:lnTo>
                <a:cubicBezTo>
                  <a:pt x="50169" y="9356"/>
                  <a:pt x="50113" y="9186"/>
                  <a:pt x="50056" y="9059"/>
                </a:cubicBezTo>
                <a:lnTo>
                  <a:pt x="45166" y="410"/>
                </a:lnTo>
                <a:cubicBezTo>
                  <a:pt x="45053" y="170"/>
                  <a:pt x="44757" y="0"/>
                  <a:pt x="44516" y="0"/>
                </a:cubicBezTo>
                <a:lnTo>
                  <a:pt x="891" y="0"/>
                </a:lnTo>
                <a:cubicBezTo>
                  <a:pt x="354" y="0"/>
                  <a:pt x="0" y="650"/>
                  <a:pt x="241" y="1117"/>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2"/>
          <p:cNvGrpSpPr/>
          <p:nvPr/>
        </p:nvGrpSpPr>
        <p:grpSpPr>
          <a:xfrm flipH="1" rot="420230">
            <a:off x="-250607" y="3939649"/>
            <a:ext cx="2032372" cy="1311657"/>
            <a:chOff x="7244709" y="3730234"/>
            <a:chExt cx="2912093" cy="1879413"/>
          </a:xfrm>
        </p:grpSpPr>
        <p:sp>
          <p:nvSpPr>
            <p:cNvPr id="24" name="Google Shape;24;p2"/>
            <p:cNvSpPr/>
            <p:nvPr/>
          </p:nvSpPr>
          <p:spPr>
            <a:xfrm rot="-1799542">
              <a:off x="7243199" y="4921743"/>
              <a:ext cx="1386920" cy="365707"/>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rot="-1799716">
              <a:off x="8810156" y="4042080"/>
              <a:ext cx="1345393" cy="365707"/>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txBox="1"/>
          <p:nvPr>
            <p:ph idx="1" type="subTitle"/>
          </p:nvPr>
        </p:nvSpPr>
        <p:spPr>
          <a:xfrm>
            <a:off x="876875" y="1534538"/>
            <a:ext cx="3039000" cy="106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3000">
                <a:solidFill>
                  <a:srgbClr val="FFFFFF"/>
                </a:solidFill>
                <a:latin typeface="Krona One"/>
                <a:ea typeface="Krona One"/>
                <a:cs typeface="Krona One"/>
                <a:sym typeface="Krona 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 name="Google Shape;29;p3"/>
          <p:cNvSpPr/>
          <p:nvPr/>
        </p:nvSpPr>
        <p:spPr>
          <a:xfrm>
            <a:off x="4564038" y="0"/>
            <a:ext cx="810900" cy="51435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txBox="1"/>
          <p:nvPr>
            <p:ph hasCustomPrompt="1" type="title"/>
          </p:nvPr>
        </p:nvSpPr>
        <p:spPr>
          <a:xfrm>
            <a:off x="1808700" y="596814"/>
            <a:ext cx="1194600" cy="696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1" name="Google Shape;31;p3"/>
          <p:cNvSpPr/>
          <p:nvPr/>
        </p:nvSpPr>
        <p:spPr>
          <a:xfrm>
            <a:off x="131999" y="4154250"/>
            <a:ext cx="4548000" cy="2221200"/>
          </a:xfrm>
          <a:prstGeom prst="ellipse">
            <a:avLst/>
          </a:prstGeom>
          <a:solidFill>
            <a:srgbClr val="336574">
              <a:alpha val="22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
          <p:cNvSpPr/>
          <p:nvPr/>
        </p:nvSpPr>
        <p:spPr>
          <a:xfrm flipH="1">
            <a:off x="-682875" y="2123275"/>
            <a:ext cx="9898655" cy="2539956"/>
          </a:xfrm>
          <a:custGeom>
            <a:rect b="b" l="l" r="r" t="t"/>
            <a:pathLst>
              <a:path extrusionOk="0" h="56544" w="255268">
                <a:moveTo>
                  <a:pt x="182194" y="0"/>
                </a:moveTo>
                <a:cubicBezTo>
                  <a:pt x="148857" y="0"/>
                  <a:pt x="131413" y="9664"/>
                  <a:pt x="123189" y="16564"/>
                </a:cubicBezTo>
                <a:cubicBezTo>
                  <a:pt x="112292" y="25742"/>
                  <a:pt x="109040" y="32980"/>
                  <a:pt x="89149" y="32980"/>
                </a:cubicBezTo>
                <a:cubicBezTo>
                  <a:pt x="85825" y="32980"/>
                  <a:pt x="82037" y="32778"/>
                  <a:pt x="77670" y="32349"/>
                </a:cubicBezTo>
                <a:cubicBezTo>
                  <a:pt x="77260" y="32278"/>
                  <a:pt x="76851" y="32278"/>
                  <a:pt x="76370" y="32278"/>
                </a:cubicBezTo>
                <a:cubicBezTo>
                  <a:pt x="72626" y="32085"/>
                  <a:pt x="68929" y="31997"/>
                  <a:pt x="65301" y="31997"/>
                </a:cubicBezTo>
                <a:cubicBezTo>
                  <a:pt x="29217" y="31997"/>
                  <a:pt x="0" y="40701"/>
                  <a:pt x="0" y="40701"/>
                </a:cubicBezTo>
                <a:lnTo>
                  <a:pt x="410" y="54777"/>
                </a:lnTo>
                <a:lnTo>
                  <a:pt x="236656" y="56543"/>
                </a:lnTo>
                <a:cubicBezTo>
                  <a:pt x="236656" y="56543"/>
                  <a:pt x="255268" y="4141"/>
                  <a:pt x="193793" y="368"/>
                </a:cubicBezTo>
                <a:cubicBezTo>
                  <a:pt x="189728" y="117"/>
                  <a:pt x="185865" y="0"/>
                  <a:pt x="182194" y="0"/>
                </a:cubicBezTo>
                <a:close/>
              </a:path>
            </a:pathLst>
          </a:custGeom>
          <a:solidFill>
            <a:srgbClr val="336574">
              <a:alpha val="53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txBox="1"/>
          <p:nvPr>
            <p:ph type="title"/>
          </p:nvPr>
        </p:nvSpPr>
        <p:spPr>
          <a:xfrm>
            <a:off x="713225" y="389177"/>
            <a:ext cx="77175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17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5" name="Google Shape;35;p4"/>
          <p:cNvSpPr txBox="1"/>
          <p:nvPr>
            <p:ph idx="1" type="body"/>
          </p:nvPr>
        </p:nvSpPr>
        <p:spPr>
          <a:xfrm>
            <a:off x="713225" y="1152475"/>
            <a:ext cx="7717500" cy="287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Lato"/>
              <a:buAutoNum type="arabicPeriod"/>
              <a:defRPr sz="1200"/>
            </a:lvl1pPr>
            <a:lvl2pPr indent="-298450" lvl="1" marL="914400">
              <a:spcBef>
                <a:spcPts val="1600"/>
              </a:spcBef>
              <a:spcAft>
                <a:spcPts val="0"/>
              </a:spcAft>
              <a:buClr>
                <a:schemeClr val="lt1"/>
              </a:buClr>
              <a:buSzPts val="1100"/>
              <a:buFont typeface="Muli"/>
              <a:buAutoNum type="alphaLcPeriod"/>
              <a:defRPr/>
            </a:lvl2pPr>
            <a:lvl3pPr indent="-298450" lvl="2" marL="1371600">
              <a:spcBef>
                <a:spcPts val="1600"/>
              </a:spcBef>
              <a:spcAft>
                <a:spcPts val="0"/>
              </a:spcAft>
              <a:buClr>
                <a:schemeClr val="lt1"/>
              </a:buClr>
              <a:buSzPts val="1100"/>
              <a:buFont typeface="Muli"/>
              <a:buAutoNum type="romanLcPeriod"/>
              <a:defRPr/>
            </a:lvl3pPr>
            <a:lvl4pPr indent="-298450" lvl="3" marL="1828800">
              <a:spcBef>
                <a:spcPts val="1600"/>
              </a:spcBef>
              <a:spcAft>
                <a:spcPts val="0"/>
              </a:spcAft>
              <a:buClr>
                <a:schemeClr val="lt1"/>
              </a:buClr>
              <a:buSzPts val="1100"/>
              <a:buFont typeface="Muli"/>
              <a:buAutoNum type="arabicPeriod"/>
              <a:defRPr/>
            </a:lvl4pPr>
            <a:lvl5pPr indent="-298450" lvl="4" marL="2286000">
              <a:spcBef>
                <a:spcPts val="1600"/>
              </a:spcBef>
              <a:spcAft>
                <a:spcPts val="0"/>
              </a:spcAft>
              <a:buClr>
                <a:schemeClr val="lt1"/>
              </a:buClr>
              <a:buSzPts val="1100"/>
              <a:buFont typeface="Muli"/>
              <a:buAutoNum type="alphaLcPeriod"/>
              <a:defRPr/>
            </a:lvl5pPr>
            <a:lvl6pPr indent="-298450" lvl="5" marL="2743200">
              <a:spcBef>
                <a:spcPts val="1600"/>
              </a:spcBef>
              <a:spcAft>
                <a:spcPts val="0"/>
              </a:spcAft>
              <a:buClr>
                <a:schemeClr val="lt1"/>
              </a:buClr>
              <a:buSzPts val="1100"/>
              <a:buFont typeface="Muli"/>
              <a:buAutoNum type="romanLcPeriod"/>
              <a:defRPr/>
            </a:lvl6pPr>
            <a:lvl7pPr indent="-298450" lvl="6" marL="3200400">
              <a:spcBef>
                <a:spcPts val="1600"/>
              </a:spcBef>
              <a:spcAft>
                <a:spcPts val="0"/>
              </a:spcAft>
              <a:buClr>
                <a:schemeClr val="lt1"/>
              </a:buClr>
              <a:buSzPts val="1100"/>
              <a:buFont typeface="Muli"/>
              <a:buAutoNum type="arabicPeriod"/>
              <a:defRPr/>
            </a:lvl7pPr>
            <a:lvl8pPr indent="-298450" lvl="7" marL="3657600">
              <a:spcBef>
                <a:spcPts val="1600"/>
              </a:spcBef>
              <a:spcAft>
                <a:spcPts val="0"/>
              </a:spcAft>
              <a:buClr>
                <a:schemeClr val="lt1"/>
              </a:buClr>
              <a:buSzPts val="1100"/>
              <a:buFont typeface="Muli"/>
              <a:buAutoNum type="alphaLcPeriod"/>
              <a:defRPr/>
            </a:lvl8pPr>
            <a:lvl9pPr indent="-298450" lvl="8" marL="4114800">
              <a:spcBef>
                <a:spcPts val="1600"/>
              </a:spcBef>
              <a:spcAft>
                <a:spcPts val="1600"/>
              </a:spcAft>
              <a:buClr>
                <a:schemeClr val="lt1"/>
              </a:buClr>
              <a:buSzPts val="1100"/>
              <a:buFont typeface="Muli"/>
              <a:buAutoNum type="romanLcPeriod"/>
              <a:defRPr/>
            </a:lvl9pPr>
          </a:lstStyle>
          <a:p/>
        </p:txBody>
      </p:sp>
      <p:sp>
        <p:nvSpPr>
          <p:cNvPr id="36" name="Google Shape;3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7" name="Google Shape;37;p4"/>
          <p:cNvSpPr/>
          <p:nvPr/>
        </p:nvSpPr>
        <p:spPr>
          <a:xfrm rot="10800000">
            <a:off x="5995800" y="0"/>
            <a:ext cx="3148200" cy="1212900"/>
          </a:xfrm>
          <a:prstGeom prst="rtTriangle">
            <a:avLst/>
          </a:prstGeom>
          <a:solidFill>
            <a:srgbClr val="336574">
              <a:alpha val="32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2750" y="4599424"/>
            <a:ext cx="9144000" cy="53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5"/>
          <p:cNvSpPr txBox="1"/>
          <p:nvPr>
            <p:ph type="title"/>
          </p:nvPr>
        </p:nvSpPr>
        <p:spPr>
          <a:xfrm>
            <a:off x="713232" y="389211"/>
            <a:ext cx="77175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1" name="Google Shape;41;p5"/>
          <p:cNvSpPr txBox="1"/>
          <p:nvPr>
            <p:ph idx="1" type="subTitle"/>
          </p:nvPr>
        </p:nvSpPr>
        <p:spPr>
          <a:xfrm>
            <a:off x="1941573" y="1855450"/>
            <a:ext cx="2482800" cy="329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None/>
              <a:defRPr>
                <a:solidFill>
                  <a:srgbClr val="000000"/>
                </a:solidFill>
                <a:latin typeface="Krona One"/>
                <a:ea typeface="Krona One"/>
                <a:cs typeface="Krona One"/>
                <a:sym typeface="Krona One"/>
              </a:defRPr>
            </a:lvl1pPr>
            <a:lvl2pPr lvl="1">
              <a:lnSpc>
                <a:spcPct val="100000"/>
              </a:lnSpc>
              <a:spcBef>
                <a:spcPts val="0"/>
              </a:spcBef>
              <a:spcAft>
                <a:spcPts val="0"/>
              </a:spcAft>
              <a:buNone/>
              <a:defRPr>
                <a:solidFill>
                  <a:srgbClr val="000000"/>
                </a:solidFill>
                <a:latin typeface="Krona One"/>
                <a:ea typeface="Krona One"/>
                <a:cs typeface="Krona One"/>
                <a:sym typeface="Krona One"/>
              </a:defRPr>
            </a:lvl2pPr>
            <a:lvl3pPr lvl="2">
              <a:lnSpc>
                <a:spcPct val="100000"/>
              </a:lnSpc>
              <a:spcBef>
                <a:spcPts val="0"/>
              </a:spcBef>
              <a:spcAft>
                <a:spcPts val="0"/>
              </a:spcAft>
              <a:buNone/>
              <a:defRPr>
                <a:solidFill>
                  <a:srgbClr val="000000"/>
                </a:solidFill>
                <a:latin typeface="Krona One"/>
                <a:ea typeface="Krona One"/>
                <a:cs typeface="Krona One"/>
                <a:sym typeface="Krona One"/>
              </a:defRPr>
            </a:lvl3pPr>
            <a:lvl4pPr lvl="3">
              <a:lnSpc>
                <a:spcPct val="100000"/>
              </a:lnSpc>
              <a:spcBef>
                <a:spcPts val="0"/>
              </a:spcBef>
              <a:spcAft>
                <a:spcPts val="0"/>
              </a:spcAft>
              <a:buNone/>
              <a:defRPr>
                <a:solidFill>
                  <a:srgbClr val="000000"/>
                </a:solidFill>
                <a:latin typeface="Krona One"/>
                <a:ea typeface="Krona One"/>
                <a:cs typeface="Krona One"/>
                <a:sym typeface="Krona One"/>
              </a:defRPr>
            </a:lvl4pPr>
            <a:lvl5pPr lvl="4">
              <a:lnSpc>
                <a:spcPct val="100000"/>
              </a:lnSpc>
              <a:spcBef>
                <a:spcPts val="0"/>
              </a:spcBef>
              <a:spcAft>
                <a:spcPts val="0"/>
              </a:spcAft>
              <a:buNone/>
              <a:defRPr>
                <a:solidFill>
                  <a:srgbClr val="000000"/>
                </a:solidFill>
                <a:latin typeface="Krona One"/>
                <a:ea typeface="Krona One"/>
                <a:cs typeface="Krona One"/>
                <a:sym typeface="Krona One"/>
              </a:defRPr>
            </a:lvl5pPr>
            <a:lvl6pPr lvl="5">
              <a:lnSpc>
                <a:spcPct val="100000"/>
              </a:lnSpc>
              <a:spcBef>
                <a:spcPts val="0"/>
              </a:spcBef>
              <a:spcAft>
                <a:spcPts val="0"/>
              </a:spcAft>
              <a:buNone/>
              <a:defRPr>
                <a:solidFill>
                  <a:srgbClr val="000000"/>
                </a:solidFill>
                <a:latin typeface="Krona One"/>
                <a:ea typeface="Krona One"/>
                <a:cs typeface="Krona One"/>
                <a:sym typeface="Krona One"/>
              </a:defRPr>
            </a:lvl6pPr>
            <a:lvl7pPr lvl="6">
              <a:lnSpc>
                <a:spcPct val="100000"/>
              </a:lnSpc>
              <a:spcBef>
                <a:spcPts val="0"/>
              </a:spcBef>
              <a:spcAft>
                <a:spcPts val="0"/>
              </a:spcAft>
              <a:buNone/>
              <a:defRPr>
                <a:solidFill>
                  <a:srgbClr val="000000"/>
                </a:solidFill>
                <a:latin typeface="Krona One"/>
                <a:ea typeface="Krona One"/>
                <a:cs typeface="Krona One"/>
                <a:sym typeface="Krona One"/>
              </a:defRPr>
            </a:lvl7pPr>
            <a:lvl8pPr lvl="7">
              <a:lnSpc>
                <a:spcPct val="100000"/>
              </a:lnSpc>
              <a:spcBef>
                <a:spcPts val="0"/>
              </a:spcBef>
              <a:spcAft>
                <a:spcPts val="0"/>
              </a:spcAft>
              <a:buNone/>
              <a:defRPr>
                <a:solidFill>
                  <a:srgbClr val="000000"/>
                </a:solidFill>
                <a:latin typeface="Krona One"/>
                <a:ea typeface="Krona One"/>
                <a:cs typeface="Krona One"/>
                <a:sym typeface="Krona One"/>
              </a:defRPr>
            </a:lvl8pPr>
            <a:lvl9pPr lvl="8">
              <a:lnSpc>
                <a:spcPct val="100000"/>
              </a:lnSpc>
              <a:spcBef>
                <a:spcPts val="0"/>
              </a:spcBef>
              <a:spcAft>
                <a:spcPts val="0"/>
              </a:spcAft>
              <a:buNone/>
              <a:defRPr>
                <a:solidFill>
                  <a:srgbClr val="000000"/>
                </a:solidFill>
                <a:latin typeface="Krona One"/>
                <a:ea typeface="Krona One"/>
                <a:cs typeface="Krona One"/>
                <a:sym typeface="Krona One"/>
              </a:defRPr>
            </a:lvl9pPr>
          </a:lstStyle>
          <a:p/>
        </p:txBody>
      </p:sp>
      <p:sp>
        <p:nvSpPr>
          <p:cNvPr id="42" name="Google Shape;42;p5"/>
          <p:cNvSpPr txBox="1"/>
          <p:nvPr>
            <p:ph idx="2" type="subTitle"/>
          </p:nvPr>
        </p:nvSpPr>
        <p:spPr>
          <a:xfrm>
            <a:off x="1933775" y="2495550"/>
            <a:ext cx="2361600" cy="9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200">
                <a:solidFill>
                  <a:schemeClr val="accent4"/>
                </a:solidFill>
              </a:defRPr>
            </a:lvl1pPr>
            <a:lvl2pPr lvl="1" rtl="0">
              <a:lnSpc>
                <a:spcPct val="100000"/>
              </a:lnSpc>
              <a:spcBef>
                <a:spcPts val="0"/>
              </a:spcBef>
              <a:spcAft>
                <a:spcPts val="0"/>
              </a:spcAft>
              <a:buNone/>
              <a:defRPr sz="1200">
                <a:solidFill>
                  <a:schemeClr val="accent4"/>
                </a:solidFill>
              </a:defRPr>
            </a:lvl2pPr>
            <a:lvl3pPr lvl="2" rtl="0">
              <a:lnSpc>
                <a:spcPct val="100000"/>
              </a:lnSpc>
              <a:spcBef>
                <a:spcPts val="0"/>
              </a:spcBef>
              <a:spcAft>
                <a:spcPts val="0"/>
              </a:spcAft>
              <a:buNone/>
              <a:defRPr sz="1200">
                <a:solidFill>
                  <a:schemeClr val="accent4"/>
                </a:solidFill>
              </a:defRPr>
            </a:lvl3pPr>
            <a:lvl4pPr lvl="3" rtl="0">
              <a:lnSpc>
                <a:spcPct val="100000"/>
              </a:lnSpc>
              <a:spcBef>
                <a:spcPts val="0"/>
              </a:spcBef>
              <a:spcAft>
                <a:spcPts val="0"/>
              </a:spcAft>
              <a:buNone/>
              <a:defRPr sz="1200">
                <a:solidFill>
                  <a:schemeClr val="accent4"/>
                </a:solidFill>
              </a:defRPr>
            </a:lvl4pPr>
            <a:lvl5pPr lvl="4" rtl="0">
              <a:lnSpc>
                <a:spcPct val="100000"/>
              </a:lnSpc>
              <a:spcBef>
                <a:spcPts val="0"/>
              </a:spcBef>
              <a:spcAft>
                <a:spcPts val="0"/>
              </a:spcAft>
              <a:buNone/>
              <a:defRPr sz="1200">
                <a:solidFill>
                  <a:schemeClr val="accent4"/>
                </a:solidFill>
              </a:defRPr>
            </a:lvl5pPr>
            <a:lvl6pPr lvl="5" rtl="0">
              <a:lnSpc>
                <a:spcPct val="100000"/>
              </a:lnSpc>
              <a:spcBef>
                <a:spcPts val="0"/>
              </a:spcBef>
              <a:spcAft>
                <a:spcPts val="0"/>
              </a:spcAft>
              <a:buNone/>
              <a:defRPr sz="1200">
                <a:solidFill>
                  <a:schemeClr val="accent4"/>
                </a:solidFill>
              </a:defRPr>
            </a:lvl6pPr>
            <a:lvl7pPr lvl="6" rtl="0">
              <a:lnSpc>
                <a:spcPct val="100000"/>
              </a:lnSpc>
              <a:spcBef>
                <a:spcPts val="0"/>
              </a:spcBef>
              <a:spcAft>
                <a:spcPts val="0"/>
              </a:spcAft>
              <a:buNone/>
              <a:defRPr sz="1200">
                <a:solidFill>
                  <a:schemeClr val="accent4"/>
                </a:solidFill>
              </a:defRPr>
            </a:lvl7pPr>
            <a:lvl8pPr lvl="7" rtl="0">
              <a:lnSpc>
                <a:spcPct val="100000"/>
              </a:lnSpc>
              <a:spcBef>
                <a:spcPts val="0"/>
              </a:spcBef>
              <a:spcAft>
                <a:spcPts val="0"/>
              </a:spcAft>
              <a:buNone/>
              <a:defRPr sz="1200">
                <a:solidFill>
                  <a:schemeClr val="accent4"/>
                </a:solidFill>
              </a:defRPr>
            </a:lvl8pPr>
            <a:lvl9pPr lvl="8" rtl="0">
              <a:lnSpc>
                <a:spcPct val="100000"/>
              </a:lnSpc>
              <a:spcBef>
                <a:spcPts val="0"/>
              </a:spcBef>
              <a:spcAft>
                <a:spcPts val="0"/>
              </a:spcAft>
              <a:buNone/>
              <a:defRPr sz="1200">
                <a:solidFill>
                  <a:schemeClr val="accent4"/>
                </a:solidFill>
              </a:defRPr>
            </a:lvl9pPr>
          </a:lstStyle>
          <a:p/>
        </p:txBody>
      </p:sp>
      <p:sp>
        <p:nvSpPr>
          <p:cNvPr id="43" name="Google Shape;43;p5"/>
          <p:cNvSpPr txBox="1"/>
          <p:nvPr>
            <p:ph idx="3" type="subTitle"/>
          </p:nvPr>
        </p:nvSpPr>
        <p:spPr>
          <a:xfrm>
            <a:off x="5872766" y="1853184"/>
            <a:ext cx="2487300" cy="329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solidFill>
                  <a:schemeClr val="dk1"/>
                </a:solidFill>
                <a:latin typeface="Krona One"/>
                <a:ea typeface="Krona One"/>
                <a:cs typeface="Krona One"/>
                <a:sym typeface="Krona One"/>
              </a:defRPr>
            </a:lvl1pPr>
            <a:lvl2pPr lvl="1" rtl="0">
              <a:lnSpc>
                <a:spcPct val="100000"/>
              </a:lnSpc>
              <a:spcBef>
                <a:spcPts val="0"/>
              </a:spcBef>
              <a:spcAft>
                <a:spcPts val="0"/>
              </a:spcAft>
              <a:buNone/>
              <a:defRPr>
                <a:solidFill>
                  <a:schemeClr val="dk1"/>
                </a:solidFill>
                <a:latin typeface="Krona One"/>
                <a:ea typeface="Krona One"/>
                <a:cs typeface="Krona One"/>
                <a:sym typeface="Krona One"/>
              </a:defRPr>
            </a:lvl2pPr>
            <a:lvl3pPr lvl="2" rtl="0">
              <a:lnSpc>
                <a:spcPct val="100000"/>
              </a:lnSpc>
              <a:spcBef>
                <a:spcPts val="0"/>
              </a:spcBef>
              <a:spcAft>
                <a:spcPts val="0"/>
              </a:spcAft>
              <a:buNone/>
              <a:defRPr>
                <a:solidFill>
                  <a:schemeClr val="dk1"/>
                </a:solidFill>
                <a:latin typeface="Krona One"/>
                <a:ea typeface="Krona One"/>
                <a:cs typeface="Krona One"/>
                <a:sym typeface="Krona One"/>
              </a:defRPr>
            </a:lvl3pPr>
            <a:lvl4pPr lvl="3" rtl="0">
              <a:lnSpc>
                <a:spcPct val="100000"/>
              </a:lnSpc>
              <a:spcBef>
                <a:spcPts val="0"/>
              </a:spcBef>
              <a:spcAft>
                <a:spcPts val="0"/>
              </a:spcAft>
              <a:buNone/>
              <a:defRPr>
                <a:solidFill>
                  <a:schemeClr val="dk1"/>
                </a:solidFill>
                <a:latin typeface="Krona One"/>
                <a:ea typeface="Krona One"/>
                <a:cs typeface="Krona One"/>
                <a:sym typeface="Krona One"/>
              </a:defRPr>
            </a:lvl4pPr>
            <a:lvl5pPr lvl="4" rtl="0">
              <a:lnSpc>
                <a:spcPct val="100000"/>
              </a:lnSpc>
              <a:spcBef>
                <a:spcPts val="0"/>
              </a:spcBef>
              <a:spcAft>
                <a:spcPts val="0"/>
              </a:spcAft>
              <a:buNone/>
              <a:defRPr>
                <a:solidFill>
                  <a:schemeClr val="dk1"/>
                </a:solidFill>
                <a:latin typeface="Krona One"/>
                <a:ea typeface="Krona One"/>
                <a:cs typeface="Krona One"/>
                <a:sym typeface="Krona One"/>
              </a:defRPr>
            </a:lvl5pPr>
            <a:lvl6pPr lvl="5" rtl="0">
              <a:lnSpc>
                <a:spcPct val="100000"/>
              </a:lnSpc>
              <a:spcBef>
                <a:spcPts val="0"/>
              </a:spcBef>
              <a:spcAft>
                <a:spcPts val="0"/>
              </a:spcAft>
              <a:buNone/>
              <a:defRPr>
                <a:solidFill>
                  <a:schemeClr val="dk1"/>
                </a:solidFill>
                <a:latin typeface="Krona One"/>
                <a:ea typeface="Krona One"/>
                <a:cs typeface="Krona One"/>
                <a:sym typeface="Krona One"/>
              </a:defRPr>
            </a:lvl6pPr>
            <a:lvl7pPr lvl="6" rtl="0">
              <a:lnSpc>
                <a:spcPct val="100000"/>
              </a:lnSpc>
              <a:spcBef>
                <a:spcPts val="0"/>
              </a:spcBef>
              <a:spcAft>
                <a:spcPts val="0"/>
              </a:spcAft>
              <a:buNone/>
              <a:defRPr>
                <a:solidFill>
                  <a:schemeClr val="dk1"/>
                </a:solidFill>
                <a:latin typeface="Krona One"/>
                <a:ea typeface="Krona One"/>
                <a:cs typeface="Krona One"/>
                <a:sym typeface="Krona One"/>
              </a:defRPr>
            </a:lvl7pPr>
            <a:lvl8pPr lvl="7" rtl="0">
              <a:lnSpc>
                <a:spcPct val="100000"/>
              </a:lnSpc>
              <a:spcBef>
                <a:spcPts val="0"/>
              </a:spcBef>
              <a:spcAft>
                <a:spcPts val="0"/>
              </a:spcAft>
              <a:buNone/>
              <a:defRPr>
                <a:solidFill>
                  <a:schemeClr val="dk1"/>
                </a:solidFill>
                <a:latin typeface="Krona One"/>
                <a:ea typeface="Krona One"/>
                <a:cs typeface="Krona One"/>
                <a:sym typeface="Krona One"/>
              </a:defRPr>
            </a:lvl8pPr>
            <a:lvl9pPr lvl="8" rtl="0">
              <a:lnSpc>
                <a:spcPct val="100000"/>
              </a:lnSpc>
              <a:spcBef>
                <a:spcPts val="0"/>
              </a:spcBef>
              <a:spcAft>
                <a:spcPts val="0"/>
              </a:spcAft>
              <a:buNone/>
              <a:defRPr>
                <a:solidFill>
                  <a:schemeClr val="dk1"/>
                </a:solidFill>
                <a:latin typeface="Krona One"/>
                <a:ea typeface="Krona One"/>
                <a:cs typeface="Krona One"/>
                <a:sym typeface="Krona One"/>
              </a:defRPr>
            </a:lvl9pPr>
          </a:lstStyle>
          <a:p/>
        </p:txBody>
      </p:sp>
      <p:sp>
        <p:nvSpPr>
          <p:cNvPr id="44" name="Google Shape;44;p5"/>
          <p:cNvSpPr txBox="1"/>
          <p:nvPr>
            <p:ph idx="4" type="subTitle"/>
          </p:nvPr>
        </p:nvSpPr>
        <p:spPr>
          <a:xfrm>
            <a:off x="5872775" y="2492900"/>
            <a:ext cx="2361600" cy="96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200">
                <a:solidFill>
                  <a:schemeClr val="accent4"/>
                </a:solidFill>
              </a:defRPr>
            </a:lvl1pPr>
            <a:lvl2pPr lvl="1" rtl="0">
              <a:lnSpc>
                <a:spcPct val="100000"/>
              </a:lnSpc>
              <a:spcBef>
                <a:spcPts val="0"/>
              </a:spcBef>
              <a:spcAft>
                <a:spcPts val="0"/>
              </a:spcAft>
              <a:buNone/>
              <a:defRPr sz="1200">
                <a:solidFill>
                  <a:schemeClr val="accent4"/>
                </a:solidFill>
              </a:defRPr>
            </a:lvl2pPr>
            <a:lvl3pPr lvl="2" rtl="0">
              <a:lnSpc>
                <a:spcPct val="100000"/>
              </a:lnSpc>
              <a:spcBef>
                <a:spcPts val="0"/>
              </a:spcBef>
              <a:spcAft>
                <a:spcPts val="0"/>
              </a:spcAft>
              <a:buNone/>
              <a:defRPr sz="1200">
                <a:solidFill>
                  <a:schemeClr val="accent4"/>
                </a:solidFill>
              </a:defRPr>
            </a:lvl3pPr>
            <a:lvl4pPr lvl="3" rtl="0">
              <a:lnSpc>
                <a:spcPct val="100000"/>
              </a:lnSpc>
              <a:spcBef>
                <a:spcPts val="0"/>
              </a:spcBef>
              <a:spcAft>
                <a:spcPts val="0"/>
              </a:spcAft>
              <a:buNone/>
              <a:defRPr sz="1200">
                <a:solidFill>
                  <a:schemeClr val="accent4"/>
                </a:solidFill>
              </a:defRPr>
            </a:lvl4pPr>
            <a:lvl5pPr lvl="4" rtl="0">
              <a:lnSpc>
                <a:spcPct val="100000"/>
              </a:lnSpc>
              <a:spcBef>
                <a:spcPts val="0"/>
              </a:spcBef>
              <a:spcAft>
                <a:spcPts val="0"/>
              </a:spcAft>
              <a:buNone/>
              <a:defRPr sz="1200">
                <a:solidFill>
                  <a:schemeClr val="accent4"/>
                </a:solidFill>
              </a:defRPr>
            </a:lvl5pPr>
            <a:lvl6pPr lvl="5" rtl="0">
              <a:lnSpc>
                <a:spcPct val="100000"/>
              </a:lnSpc>
              <a:spcBef>
                <a:spcPts val="0"/>
              </a:spcBef>
              <a:spcAft>
                <a:spcPts val="0"/>
              </a:spcAft>
              <a:buNone/>
              <a:defRPr sz="1200">
                <a:solidFill>
                  <a:schemeClr val="accent4"/>
                </a:solidFill>
              </a:defRPr>
            </a:lvl6pPr>
            <a:lvl7pPr lvl="6" rtl="0">
              <a:lnSpc>
                <a:spcPct val="100000"/>
              </a:lnSpc>
              <a:spcBef>
                <a:spcPts val="0"/>
              </a:spcBef>
              <a:spcAft>
                <a:spcPts val="0"/>
              </a:spcAft>
              <a:buNone/>
              <a:defRPr sz="1200">
                <a:solidFill>
                  <a:schemeClr val="accent4"/>
                </a:solidFill>
              </a:defRPr>
            </a:lvl7pPr>
            <a:lvl8pPr lvl="7" rtl="0">
              <a:lnSpc>
                <a:spcPct val="100000"/>
              </a:lnSpc>
              <a:spcBef>
                <a:spcPts val="0"/>
              </a:spcBef>
              <a:spcAft>
                <a:spcPts val="0"/>
              </a:spcAft>
              <a:buNone/>
              <a:defRPr sz="1200">
                <a:solidFill>
                  <a:schemeClr val="accent4"/>
                </a:solidFill>
              </a:defRPr>
            </a:lvl8pPr>
            <a:lvl9pPr lvl="8" rtl="0">
              <a:lnSpc>
                <a:spcPct val="100000"/>
              </a:lnSpc>
              <a:spcBef>
                <a:spcPts val="0"/>
              </a:spcBef>
              <a:spcAft>
                <a:spcPts val="0"/>
              </a:spcAft>
              <a:buNone/>
              <a:defRPr sz="1200">
                <a:solidFill>
                  <a:schemeClr val="accent4"/>
                </a:solidFill>
              </a:defRPr>
            </a:lvl9pPr>
          </a:lstStyle>
          <a:p/>
        </p:txBody>
      </p:sp>
      <p:sp>
        <p:nvSpPr>
          <p:cNvPr id="45" name="Google Shape;45;p5"/>
          <p:cNvSpPr/>
          <p:nvPr/>
        </p:nvSpPr>
        <p:spPr>
          <a:xfrm rot="10800000">
            <a:off x="5995800" y="0"/>
            <a:ext cx="3148200" cy="1212900"/>
          </a:xfrm>
          <a:prstGeom prst="rtTriangle">
            <a:avLst/>
          </a:prstGeom>
          <a:solidFill>
            <a:srgbClr val="336574">
              <a:alpha val="32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flipH="1">
            <a:off x="-696609" y="2123275"/>
            <a:ext cx="9898655" cy="2539956"/>
          </a:xfrm>
          <a:custGeom>
            <a:rect b="b" l="l" r="r" t="t"/>
            <a:pathLst>
              <a:path extrusionOk="0" h="56544" w="255268">
                <a:moveTo>
                  <a:pt x="182194" y="0"/>
                </a:moveTo>
                <a:cubicBezTo>
                  <a:pt x="148857" y="0"/>
                  <a:pt x="131413" y="9664"/>
                  <a:pt x="123189" y="16564"/>
                </a:cubicBezTo>
                <a:cubicBezTo>
                  <a:pt x="112292" y="25742"/>
                  <a:pt x="109040" y="32980"/>
                  <a:pt x="89149" y="32980"/>
                </a:cubicBezTo>
                <a:cubicBezTo>
                  <a:pt x="85825" y="32980"/>
                  <a:pt x="82037" y="32778"/>
                  <a:pt x="77670" y="32349"/>
                </a:cubicBezTo>
                <a:cubicBezTo>
                  <a:pt x="77260" y="32278"/>
                  <a:pt x="76851" y="32278"/>
                  <a:pt x="76370" y="32278"/>
                </a:cubicBezTo>
                <a:cubicBezTo>
                  <a:pt x="72626" y="32085"/>
                  <a:pt x="68929" y="31997"/>
                  <a:pt x="65301" y="31997"/>
                </a:cubicBezTo>
                <a:cubicBezTo>
                  <a:pt x="29217" y="31997"/>
                  <a:pt x="0" y="40701"/>
                  <a:pt x="0" y="40701"/>
                </a:cubicBezTo>
                <a:lnTo>
                  <a:pt x="410" y="54777"/>
                </a:lnTo>
                <a:lnTo>
                  <a:pt x="236656" y="56543"/>
                </a:lnTo>
                <a:cubicBezTo>
                  <a:pt x="236656" y="56543"/>
                  <a:pt x="255268" y="4141"/>
                  <a:pt x="193793" y="368"/>
                </a:cubicBezTo>
                <a:cubicBezTo>
                  <a:pt x="189728" y="117"/>
                  <a:pt x="185865" y="0"/>
                  <a:pt x="182194" y="0"/>
                </a:cubicBezTo>
                <a:close/>
              </a:path>
            </a:pathLst>
          </a:custGeom>
          <a:solidFill>
            <a:srgbClr val="336574">
              <a:alpha val="53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0" y="4350900"/>
            <a:ext cx="9144000" cy="79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3927875" y="4347479"/>
            <a:ext cx="387600" cy="196500"/>
          </a:xfrm>
          <a:prstGeom prst="parallelogram">
            <a:avLst>
              <a:gd fmla="val 9148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5"/>
          <p:cNvGrpSpPr/>
          <p:nvPr/>
        </p:nvGrpSpPr>
        <p:grpSpPr>
          <a:xfrm>
            <a:off x="3389744" y="4759529"/>
            <a:ext cx="563794" cy="390619"/>
            <a:chOff x="3394506" y="4742861"/>
            <a:chExt cx="563794" cy="390619"/>
          </a:xfrm>
        </p:grpSpPr>
        <p:sp>
          <p:nvSpPr>
            <p:cNvPr id="50" name="Google Shape;50;p5"/>
            <p:cNvSpPr/>
            <p:nvPr/>
          </p:nvSpPr>
          <p:spPr>
            <a:xfrm>
              <a:off x="3570700" y="4742861"/>
              <a:ext cx="387600" cy="196500"/>
            </a:xfrm>
            <a:prstGeom prst="parallelogram">
              <a:avLst>
                <a:gd fmla="val 9148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3394506" y="4936979"/>
              <a:ext cx="387600" cy="196500"/>
            </a:xfrm>
            <a:prstGeom prst="parallelogram">
              <a:avLst>
                <a:gd fmla="val 9148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6"/>
          <p:cNvSpPr txBox="1"/>
          <p:nvPr>
            <p:ph type="title"/>
          </p:nvPr>
        </p:nvSpPr>
        <p:spPr>
          <a:xfrm>
            <a:off x="713232" y="403213"/>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19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 name="Google Shape;5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 name="Shape 55"/>
        <p:cNvGrpSpPr/>
        <p:nvPr/>
      </p:nvGrpSpPr>
      <p:grpSpPr>
        <a:xfrm>
          <a:off x="0" y="0"/>
          <a:ext cx="0" cy="0"/>
          <a:chOff x="0" y="0"/>
          <a:chExt cx="0" cy="0"/>
        </a:xfrm>
      </p:grpSpPr>
      <p:sp>
        <p:nvSpPr>
          <p:cNvPr id="56" name="Google Shape;56;p7"/>
          <p:cNvSpPr txBox="1"/>
          <p:nvPr>
            <p:ph type="title"/>
          </p:nvPr>
        </p:nvSpPr>
        <p:spPr>
          <a:xfrm>
            <a:off x="823425" y="1172875"/>
            <a:ext cx="3353400" cy="5760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 name="Google Shape;57;p7"/>
          <p:cNvSpPr txBox="1"/>
          <p:nvPr>
            <p:ph idx="1" type="body"/>
          </p:nvPr>
        </p:nvSpPr>
        <p:spPr>
          <a:xfrm>
            <a:off x="823425" y="2305325"/>
            <a:ext cx="3070800" cy="1665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solidFill>
                  <a:srgbClr val="FFFFFF"/>
                </a:solidFill>
              </a:defRPr>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58" name="Google Shape;58;p7"/>
          <p:cNvSpPr/>
          <p:nvPr/>
        </p:nvSpPr>
        <p:spPr>
          <a:xfrm flipH="1" rot="10800000">
            <a:off x="0" y="-75"/>
            <a:ext cx="3148200" cy="1212900"/>
          </a:xfrm>
          <a:prstGeom prst="rtTriangle">
            <a:avLst/>
          </a:prstGeom>
          <a:solidFill>
            <a:srgbClr val="336574">
              <a:alpha val="32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txBox="1"/>
          <p:nvPr>
            <p:ph idx="2" type="title"/>
          </p:nvPr>
        </p:nvSpPr>
        <p:spPr>
          <a:xfrm>
            <a:off x="823425" y="2010475"/>
            <a:ext cx="3070800" cy="3222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2400"/>
              <a:buNone/>
              <a:defRPr sz="12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8"/>
          <p:cNvSpPr/>
          <p:nvPr/>
        </p:nvSpPr>
        <p:spPr>
          <a:xfrm flipH="1">
            <a:off x="0" y="-78"/>
            <a:ext cx="9144000" cy="5139000"/>
          </a:xfrm>
          <a:prstGeom prst="rtTriangle">
            <a:avLst/>
          </a:prstGeom>
          <a:solidFill>
            <a:srgbClr val="336574">
              <a:alpha val="32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 name="Google Shape;62;p8"/>
          <p:cNvGrpSpPr/>
          <p:nvPr/>
        </p:nvGrpSpPr>
        <p:grpSpPr>
          <a:xfrm rot="-748857">
            <a:off x="7388874" y="4089847"/>
            <a:ext cx="2411057" cy="1590264"/>
            <a:chOff x="7513054" y="3864348"/>
            <a:chExt cx="2411225" cy="1590375"/>
          </a:xfrm>
        </p:grpSpPr>
        <p:sp>
          <p:nvSpPr>
            <p:cNvPr id="63" name="Google Shape;63;p8"/>
            <p:cNvSpPr/>
            <p:nvPr/>
          </p:nvSpPr>
          <p:spPr>
            <a:xfrm rot="-1800015">
              <a:off x="7532258" y="4844220"/>
              <a:ext cx="1076992" cy="365707"/>
            </a:xfrm>
            <a:prstGeom prst="rect">
              <a:avLst/>
            </a:prstGeom>
            <a:solidFill>
              <a:srgbClr val="FFFFFF">
                <a:alpha val="558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rot="-1800015">
              <a:off x="8828083" y="4109145"/>
              <a:ext cx="1076992" cy="365707"/>
            </a:xfrm>
            <a:prstGeom prst="rect">
              <a:avLst/>
            </a:prstGeom>
            <a:solidFill>
              <a:srgbClr val="FFFFFF">
                <a:alpha val="558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 name="Google Shape;65;p8"/>
          <p:cNvSpPr/>
          <p:nvPr/>
        </p:nvSpPr>
        <p:spPr>
          <a:xfrm rot="-2046914">
            <a:off x="-7609053" y="-4105986"/>
            <a:ext cx="10349659" cy="8211979"/>
          </a:xfrm>
          <a:prstGeom prst="ellipse">
            <a:avLst/>
          </a:prstGeom>
          <a:solidFill>
            <a:srgbClr val="336574">
              <a:alpha val="12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 name="Google Shape;66;p8"/>
          <p:cNvGrpSpPr/>
          <p:nvPr/>
        </p:nvGrpSpPr>
        <p:grpSpPr>
          <a:xfrm>
            <a:off x="713221" y="551350"/>
            <a:ext cx="7717458" cy="4044300"/>
            <a:chOff x="713225" y="551350"/>
            <a:chExt cx="7980000" cy="4044300"/>
          </a:xfrm>
        </p:grpSpPr>
        <p:sp>
          <p:nvSpPr>
            <p:cNvPr id="67" name="Google Shape;67;p8"/>
            <p:cNvSpPr/>
            <p:nvPr/>
          </p:nvSpPr>
          <p:spPr>
            <a:xfrm>
              <a:off x="713225" y="551350"/>
              <a:ext cx="7980000" cy="4044300"/>
            </a:xfrm>
            <a:prstGeom prst="roundRect">
              <a:avLst>
                <a:gd fmla="val 10795"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1722702" y="551350"/>
              <a:ext cx="6970500" cy="4044300"/>
            </a:xfrm>
            <a:prstGeom prst="roundRect">
              <a:avLst>
                <a:gd fmla="val 10795"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a:off x="982850" y="769675"/>
              <a:ext cx="7447932" cy="3567146"/>
            </a:xfrm>
            <a:custGeom>
              <a:rect b="b" l="l" r="r" t="t"/>
              <a:pathLst>
                <a:path extrusionOk="0" h="8515" w="16614">
                  <a:moveTo>
                    <a:pt x="572" y="1"/>
                  </a:moveTo>
                  <a:cubicBezTo>
                    <a:pt x="257" y="1"/>
                    <a:pt x="0" y="259"/>
                    <a:pt x="0" y="574"/>
                  </a:cubicBezTo>
                  <a:lnTo>
                    <a:pt x="0" y="7946"/>
                  </a:lnTo>
                  <a:cubicBezTo>
                    <a:pt x="0" y="8261"/>
                    <a:pt x="257" y="8514"/>
                    <a:pt x="572" y="8514"/>
                  </a:cubicBezTo>
                  <a:lnTo>
                    <a:pt x="16040" y="8514"/>
                  </a:lnTo>
                  <a:cubicBezTo>
                    <a:pt x="16355" y="8514"/>
                    <a:pt x="16613" y="8261"/>
                    <a:pt x="16613" y="7946"/>
                  </a:cubicBezTo>
                  <a:lnTo>
                    <a:pt x="16613" y="574"/>
                  </a:lnTo>
                  <a:cubicBezTo>
                    <a:pt x="16613" y="259"/>
                    <a:pt x="16355" y="1"/>
                    <a:pt x="160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982850" y="769675"/>
              <a:ext cx="7447932" cy="861310"/>
            </a:xfrm>
            <a:custGeom>
              <a:rect b="b" l="l" r="r" t="t"/>
              <a:pathLst>
                <a:path extrusionOk="0" h="2056" w="16614">
                  <a:moveTo>
                    <a:pt x="572" y="1"/>
                  </a:moveTo>
                  <a:cubicBezTo>
                    <a:pt x="257" y="1"/>
                    <a:pt x="0" y="259"/>
                    <a:pt x="0" y="574"/>
                  </a:cubicBezTo>
                  <a:lnTo>
                    <a:pt x="0" y="2056"/>
                  </a:lnTo>
                  <a:lnTo>
                    <a:pt x="16613" y="2056"/>
                  </a:lnTo>
                  <a:lnTo>
                    <a:pt x="16613" y="574"/>
                  </a:lnTo>
                  <a:cubicBezTo>
                    <a:pt x="16613" y="259"/>
                    <a:pt x="16355" y="1"/>
                    <a:pt x="160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p:nvPr/>
          </p:nvSpPr>
          <p:spPr>
            <a:xfrm>
              <a:off x="982850" y="3477191"/>
              <a:ext cx="7447932" cy="859634"/>
            </a:xfrm>
            <a:custGeom>
              <a:rect b="b" l="l" r="r" t="t"/>
              <a:pathLst>
                <a:path extrusionOk="0" h="2052" w="16614">
                  <a:moveTo>
                    <a:pt x="0" y="1"/>
                  </a:moveTo>
                  <a:lnTo>
                    <a:pt x="0" y="1483"/>
                  </a:lnTo>
                  <a:cubicBezTo>
                    <a:pt x="0" y="1798"/>
                    <a:pt x="257" y="2051"/>
                    <a:pt x="572" y="2051"/>
                  </a:cubicBezTo>
                  <a:lnTo>
                    <a:pt x="16040" y="2051"/>
                  </a:lnTo>
                  <a:cubicBezTo>
                    <a:pt x="16355" y="2051"/>
                    <a:pt x="16613" y="1798"/>
                    <a:pt x="16613" y="1483"/>
                  </a:cubicBezTo>
                  <a:lnTo>
                    <a:pt x="1661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a:off x="2398974" y="1041634"/>
              <a:ext cx="276372" cy="241431"/>
            </a:xfrm>
            <a:custGeom>
              <a:rect b="b" l="l" r="r" t="t"/>
              <a:pathLst>
                <a:path extrusionOk="0" h="680" w="675">
                  <a:moveTo>
                    <a:pt x="337" y="0"/>
                  </a:moveTo>
                  <a:cubicBezTo>
                    <a:pt x="151" y="0"/>
                    <a:pt x="0" y="152"/>
                    <a:pt x="0" y="338"/>
                  </a:cubicBezTo>
                  <a:cubicBezTo>
                    <a:pt x="0" y="524"/>
                    <a:pt x="151" y="680"/>
                    <a:pt x="337" y="680"/>
                  </a:cubicBezTo>
                  <a:cubicBezTo>
                    <a:pt x="523" y="680"/>
                    <a:pt x="675" y="524"/>
                    <a:pt x="675" y="338"/>
                  </a:cubicBezTo>
                  <a:cubicBezTo>
                    <a:pt x="675" y="152"/>
                    <a:pt x="523" y="0"/>
                    <a:pt x="3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a:off x="2398974" y="3791714"/>
              <a:ext cx="276372" cy="240010"/>
            </a:xfrm>
            <a:custGeom>
              <a:rect b="b" l="l" r="r" t="t"/>
              <a:pathLst>
                <a:path extrusionOk="0" h="676" w="675">
                  <a:moveTo>
                    <a:pt x="337" y="1"/>
                  </a:moveTo>
                  <a:cubicBezTo>
                    <a:pt x="151" y="1"/>
                    <a:pt x="0" y="151"/>
                    <a:pt x="0" y="337"/>
                  </a:cubicBezTo>
                  <a:cubicBezTo>
                    <a:pt x="0" y="524"/>
                    <a:pt x="151" y="675"/>
                    <a:pt x="337" y="675"/>
                  </a:cubicBezTo>
                  <a:cubicBezTo>
                    <a:pt x="523" y="675"/>
                    <a:pt x="675" y="524"/>
                    <a:pt x="675" y="337"/>
                  </a:cubicBezTo>
                  <a:cubicBezTo>
                    <a:pt x="675" y="151"/>
                    <a:pt x="523" y="1"/>
                    <a:pt x="3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6483973" y="1041634"/>
              <a:ext cx="276781" cy="241431"/>
            </a:xfrm>
            <a:custGeom>
              <a:rect b="b" l="l" r="r" t="t"/>
              <a:pathLst>
                <a:path extrusionOk="0" h="680" w="676">
                  <a:moveTo>
                    <a:pt x="338" y="0"/>
                  </a:moveTo>
                  <a:cubicBezTo>
                    <a:pt x="151" y="0"/>
                    <a:pt x="0" y="152"/>
                    <a:pt x="0" y="338"/>
                  </a:cubicBezTo>
                  <a:cubicBezTo>
                    <a:pt x="0" y="524"/>
                    <a:pt x="151" y="680"/>
                    <a:pt x="338" y="680"/>
                  </a:cubicBezTo>
                  <a:cubicBezTo>
                    <a:pt x="524" y="680"/>
                    <a:pt x="675" y="524"/>
                    <a:pt x="675" y="338"/>
                  </a:cubicBezTo>
                  <a:cubicBezTo>
                    <a:pt x="675" y="152"/>
                    <a:pt x="524" y="0"/>
                    <a:pt x="3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6483973" y="3791714"/>
              <a:ext cx="276781" cy="240010"/>
            </a:xfrm>
            <a:custGeom>
              <a:rect b="b" l="l" r="r" t="t"/>
              <a:pathLst>
                <a:path extrusionOk="0" h="676" w="676">
                  <a:moveTo>
                    <a:pt x="338" y="1"/>
                  </a:moveTo>
                  <a:cubicBezTo>
                    <a:pt x="151" y="1"/>
                    <a:pt x="0" y="151"/>
                    <a:pt x="0" y="337"/>
                  </a:cubicBezTo>
                  <a:cubicBezTo>
                    <a:pt x="0" y="524"/>
                    <a:pt x="151" y="675"/>
                    <a:pt x="338" y="675"/>
                  </a:cubicBezTo>
                  <a:cubicBezTo>
                    <a:pt x="524" y="675"/>
                    <a:pt x="675" y="524"/>
                    <a:pt x="675" y="337"/>
                  </a:cubicBezTo>
                  <a:cubicBezTo>
                    <a:pt x="675" y="151"/>
                    <a:pt x="524" y="1"/>
                    <a:pt x="3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a:off x="982859" y="1630567"/>
              <a:ext cx="739849" cy="1847040"/>
            </a:xfrm>
            <a:custGeom>
              <a:rect b="b" l="l" r="r" t="t"/>
              <a:pathLst>
                <a:path extrusionOk="0" h="4409" w="1807">
                  <a:moveTo>
                    <a:pt x="0" y="1"/>
                  </a:moveTo>
                  <a:lnTo>
                    <a:pt x="0" y="4409"/>
                  </a:lnTo>
                  <a:lnTo>
                    <a:pt x="1807" y="4409"/>
                  </a:lnTo>
                  <a:lnTo>
                    <a:pt x="1807" y="1"/>
                  </a:lnTo>
                  <a:close/>
                </a:path>
              </a:pathLst>
            </a:custGeom>
            <a:solidFill>
              <a:srgbClr val="DFD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982859" y="3477190"/>
              <a:ext cx="774242" cy="859634"/>
            </a:xfrm>
            <a:custGeom>
              <a:rect b="b" l="l" r="r" t="t"/>
              <a:pathLst>
                <a:path extrusionOk="0" h="2052" w="1891">
                  <a:moveTo>
                    <a:pt x="0" y="1"/>
                  </a:moveTo>
                  <a:lnTo>
                    <a:pt x="0" y="1483"/>
                  </a:lnTo>
                  <a:cubicBezTo>
                    <a:pt x="0" y="1785"/>
                    <a:pt x="240" y="2033"/>
                    <a:pt x="537" y="2051"/>
                  </a:cubicBezTo>
                  <a:lnTo>
                    <a:pt x="1891" y="2051"/>
                  </a:lnTo>
                  <a:cubicBezTo>
                    <a:pt x="1838" y="1873"/>
                    <a:pt x="1807" y="1678"/>
                    <a:pt x="1807" y="1483"/>
                  </a:cubicBezTo>
                  <a:lnTo>
                    <a:pt x="180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a:off x="982859" y="769675"/>
              <a:ext cx="774242" cy="861310"/>
            </a:xfrm>
            <a:custGeom>
              <a:rect b="b" l="l" r="r" t="t"/>
              <a:pathLst>
                <a:path extrusionOk="0" h="2056" w="1891">
                  <a:moveTo>
                    <a:pt x="572" y="1"/>
                  </a:moveTo>
                  <a:cubicBezTo>
                    <a:pt x="257" y="1"/>
                    <a:pt x="0" y="259"/>
                    <a:pt x="0" y="574"/>
                  </a:cubicBezTo>
                  <a:lnTo>
                    <a:pt x="0" y="2056"/>
                  </a:lnTo>
                  <a:lnTo>
                    <a:pt x="1807" y="2056"/>
                  </a:lnTo>
                  <a:lnTo>
                    <a:pt x="1807" y="574"/>
                  </a:lnTo>
                  <a:cubicBezTo>
                    <a:pt x="1807" y="374"/>
                    <a:pt x="1838" y="183"/>
                    <a:pt x="189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8"/>
          <p:cNvSpPr txBox="1"/>
          <p:nvPr>
            <p:ph type="title"/>
          </p:nvPr>
        </p:nvSpPr>
        <p:spPr>
          <a:xfrm>
            <a:off x="713250" y="547266"/>
            <a:ext cx="7717500" cy="4044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dk1"/>
              </a:buClr>
              <a:buSzPts val="4800"/>
              <a:buNone/>
              <a:defRPr b="1" sz="6300">
                <a:solidFill>
                  <a:schemeClr val="dk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9"/>
          <p:cNvSpPr/>
          <p:nvPr/>
        </p:nvSpPr>
        <p:spPr>
          <a:xfrm flipH="1" rot="10800000">
            <a:off x="0" y="-75"/>
            <a:ext cx="3148200" cy="1212900"/>
          </a:xfrm>
          <a:prstGeom prst="rtTriangle">
            <a:avLst/>
          </a:prstGeom>
          <a:solidFill>
            <a:srgbClr val="336574">
              <a:alpha val="324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rot="-3327516">
            <a:off x="3924457" y="1162298"/>
            <a:ext cx="8724844" cy="3908818"/>
          </a:xfrm>
          <a:prstGeom prst="ellipse">
            <a:avLst/>
          </a:prstGeom>
          <a:solidFill>
            <a:srgbClr val="336574">
              <a:alpha val="22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9"/>
          <p:cNvSpPr txBox="1"/>
          <p:nvPr>
            <p:ph type="title"/>
          </p:nvPr>
        </p:nvSpPr>
        <p:spPr>
          <a:xfrm>
            <a:off x="713228" y="1431480"/>
            <a:ext cx="3858900" cy="5760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4" name="Google Shape;84;p9"/>
          <p:cNvSpPr txBox="1"/>
          <p:nvPr>
            <p:ph idx="1" type="subTitle"/>
          </p:nvPr>
        </p:nvSpPr>
        <p:spPr>
          <a:xfrm>
            <a:off x="713225" y="1971725"/>
            <a:ext cx="3490200" cy="1947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lt1"/>
                </a:solidFill>
              </a:defRPr>
            </a:lvl1pPr>
            <a:lvl2pPr lvl="1" rtl="0" algn="ctr">
              <a:spcBef>
                <a:spcPts val="1600"/>
              </a:spcBef>
              <a:spcAft>
                <a:spcPts val="0"/>
              </a:spcAft>
              <a:buNone/>
              <a:defRPr sz="1600">
                <a:solidFill>
                  <a:schemeClr val="lt1"/>
                </a:solidFill>
              </a:defRPr>
            </a:lvl2pPr>
            <a:lvl3pPr lvl="2" rtl="0" algn="ctr">
              <a:spcBef>
                <a:spcPts val="1600"/>
              </a:spcBef>
              <a:spcAft>
                <a:spcPts val="0"/>
              </a:spcAft>
              <a:buNone/>
              <a:defRPr sz="1600">
                <a:solidFill>
                  <a:schemeClr val="lt1"/>
                </a:solidFill>
              </a:defRPr>
            </a:lvl3pPr>
            <a:lvl4pPr lvl="3" rtl="0" algn="ctr">
              <a:spcBef>
                <a:spcPts val="1600"/>
              </a:spcBef>
              <a:spcAft>
                <a:spcPts val="0"/>
              </a:spcAft>
              <a:buNone/>
              <a:defRPr sz="1600">
                <a:solidFill>
                  <a:schemeClr val="lt1"/>
                </a:solidFill>
              </a:defRPr>
            </a:lvl4pPr>
            <a:lvl5pPr lvl="4" rtl="0" algn="ctr">
              <a:spcBef>
                <a:spcPts val="1600"/>
              </a:spcBef>
              <a:spcAft>
                <a:spcPts val="0"/>
              </a:spcAft>
              <a:buNone/>
              <a:defRPr sz="1600">
                <a:solidFill>
                  <a:schemeClr val="lt1"/>
                </a:solidFill>
              </a:defRPr>
            </a:lvl5pPr>
            <a:lvl6pPr lvl="5" rtl="0" algn="ctr">
              <a:spcBef>
                <a:spcPts val="1600"/>
              </a:spcBef>
              <a:spcAft>
                <a:spcPts val="0"/>
              </a:spcAft>
              <a:buNone/>
              <a:defRPr sz="1600">
                <a:solidFill>
                  <a:schemeClr val="lt1"/>
                </a:solidFill>
              </a:defRPr>
            </a:lvl6pPr>
            <a:lvl7pPr lvl="6" rtl="0" algn="ctr">
              <a:spcBef>
                <a:spcPts val="1600"/>
              </a:spcBef>
              <a:spcAft>
                <a:spcPts val="0"/>
              </a:spcAft>
              <a:buNone/>
              <a:defRPr sz="1600">
                <a:solidFill>
                  <a:schemeClr val="lt1"/>
                </a:solidFill>
              </a:defRPr>
            </a:lvl7pPr>
            <a:lvl8pPr lvl="7" rtl="0" algn="ctr">
              <a:spcBef>
                <a:spcPts val="1600"/>
              </a:spcBef>
              <a:spcAft>
                <a:spcPts val="0"/>
              </a:spcAft>
              <a:buNone/>
              <a:defRPr sz="1600">
                <a:solidFill>
                  <a:schemeClr val="lt1"/>
                </a:solidFill>
              </a:defRPr>
            </a:lvl8pPr>
            <a:lvl9pPr lvl="8" rtl="0" algn="ctr">
              <a:spcBef>
                <a:spcPts val="1600"/>
              </a:spcBef>
              <a:spcAft>
                <a:spcPts val="1600"/>
              </a:spcAft>
              <a:buNone/>
              <a:defRPr sz="1600">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10"/>
          <p:cNvSpPr/>
          <p:nvPr/>
        </p:nvSpPr>
        <p:spPr>
          <a:xfrm rot="-2046914">
            <a:off x="7154697" y="-1077211"/>
            <a:ext cx="10349659" cy="8211979"/>
          </a:xfrm>
          <a:prstGeom prst="ellipse">
            <a:avLst/>
          </a:prstGeom>
          <a:solidFill>
            <a:srgbClr val="FFFFFF">
              <a:alpha val="6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8" name="Google Shape;88;p10"/>
          <p:cNvSpPr txBox="1"/>
          <p:nvPr>
            <p:ph type="title"/>
          </p:nvPr>
        </p:nvSpPr>
        <p:spPr>
          <a:xfrm>
            <a:off x="2746400" y="2875322"/>
            <a:ext cx="3666000" cy="395700"/>
          </a:xfrm>
          <a:prstGeom prst="rect">
            <a:avLst/>
          </a:prstGeom>
          <a:solidFill>
            <a:schemeClr val="accent1"/>
          </a:solidFill>
        </p:spPr>
        <p:txBody>
          <a:bodyPr anchorCtr="0" anchor="ctr"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89" name="Google Shape;89;p10"/>
          <p:cNvSpPr txBox="1"/>
          <p:nvPr>
            <p:ph idx="1" type="subTitle"/>
          </p:nvPr>
        </p:nvSpPr>
        <p:spPr>
          <a:xfrm>
            <a:off x="1981475" y="1592431"/>
            <a:ext cx="5190900" cy="9888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2000">
                <a:solidFill>
                  <a:srgbClr val="FFFFFF"/>
                </a:solidFill>
              </a:defRPr>
            </a:lvl1pPr>
            <a:lvl2pPr lvl="1" algn="ctr">
              <a:spcBef>
                <a:spcPts val="1600"/>
              </a:spcBef>
              <a:spcAft>
                <a:spcPts val="0"/>
              </a:spcAft>
              <a:buNone/>
              <a:defRPr sz="2000">
                <a:solidFill>
                  <a:srgbClr val="FFFFFF"/>
                </a:solidFill>
              </a:defRPr>
            </a:lvl2pPr>
            <a:lvl3pPr lvl="2" algn="ctr">
              <a:spcBef>
                <a:spcPts val="1600"/>
              </a:spcBef>
              <a:spcAft>
                <a:spcPts val="0"/>
              </a:spcAft>
              <a:buNone/>
              <a:defRPr sz="2000">
                <a:solidFill>
                  <a:srgbClr val="FFFFFF"/>
                </a:solidFill>
              </a:defRPr>
            </a:lvl3pPr>
            <a:lvl4pPr lvl="3" algn="ctr">
              <a:spcBef>
                <a:spcPts val="1600"/>
              </a:spcBef>
              <a:spcAft>
                <a:spcPts val="0"/>
              </a:spcAft>
              <a:buNone/>
              <a:defRPr sz="2000">
                <a:solidFill>
                  <a:srgbClr val="FFFFFF"/>
                </a:solidFill>
              </a:defRPr>
            </a:lvl4pPr>
            <a:lvl5pPr lvl="4" algn="ctr">
              <a:spcBef>
                <a:spcPts val="1600"/>
              </a:spcBef>
              <a:spcAft>
                <a:spcPts val="0"/>
              </a:spcAft>
              <a:buNone/>
              <a:defRPr sz="2000">
                <a:solidFill>
                  <a:srgbClr val="FFFFFF"/>
                </a:solidFill>
              </a:defRPr>
            </a:lvl5pPr>
            <a:lvl6pPr lvl="5" algn="ctr">
              <a:spcBef>
                <a:spcPts val="1600"/>
              </a:spcBef>
              <a:spcAft>
                <a:spcPts val="0"/>
              </a:spcAft>
              <a:buNone/>
              <a:defRPr sz="2000">
                <a:solidFill>
                  <a:srgbClr val="FFFFFF"/>
                </a:solidFill>
              </a:defRPr>
            </a:lvl6pPr>
            <a:lvl7pPr lvl="6" algn="ctr">
              <a:spcBef>
                <a:spcPts val="1600"/>
              </a:spcBef>
              <a:spcAft>
                <a:spcPts val="0"/>
              </a:spcAft>
              <a:buNone/>
              <a:defRPr sz="2000">
                <a:solidFill>
                  <a:srgbClr val="FFFFFF"/>
                </a:solidFill>
              </a:defRPr>
            </a:lvl7pPr>
            <a:lvl8pPr lvl="7" algn="ctr">
              <a:spcBef>
                <a:spcPts val="1600"/>
              </a:spcBef>
              <a:spcAft>
                <a:spcPts val="0"/>
              </a:spcAft>
              <a:buNone/>
              <a:defRPr sz="2000">
                <a:solidFill>
                  <a:srgbClr val="FFFFFF"/>
                </a:solidFill>
              </a:defRPr>
            </a:lvl8pPr>
            <a:lvl9pPr lvl="8" algn="ctr">
              <a:spcBef>
                <a:spcPts val="1600"/>
              </a:spcBef>
              <a:spcAft>
                <a:spcPts val="1600"/>
              </a:spcAft>
              <a:buNone/>
              <a:defRPr sz="2000">
                <a:solidFill>
                  <a:srgbClr val="FFFFFF"/>
                </a:solidFill>
              </a:defRPr>
            </a:lvl9pPr>
          </a:lstStyle>
          <a:p/>
        </p:txBody>
      </p:sp>
      <p:grpSp>
        <p:nvGrpSpPr>
          <p:cNvPr id="90" name="Google Shape;90;p10"/>
          <p:cNvGrpSpPr/>
          <p:nvPr/>
        </p:nvGrpSpPr>
        <p:grpSpPr>
          <a:xfrm>
            <a:off x="-102401" y="-14864"/>
            <a:ext cx="9351942" cy="1191016"/>
            <a:chOff x="-102401" y="-14864"/>
            <a:chExt cx="9351942" cy="1191016"/>
          </a:xfrm>
        </p:grpSpPr>
        <p:grpSp>
          <p:nvGrpSpPr>
            <p:cNvPr id="91" name="Google Shape;91;p10"/>
            <p:cNvGrpSpPr/>
            <p:nvPr/>
          </p:nvGrpSpPr>
          <p:grpSpPr>
            <a:xfrm>
              <a:off x="-102401" y="-14864"/>
              <a:ext cx="9351942" cy="616900"/>
              <a:chOff x="-210400" y="-1360875"/>
              <a:chExt cx="9351942" cy="888777"/>
            </a:xfrm>
          </p:grpSpPr>
          <p:sp>
            <p:nvSpPr>
              <p:cNvPr id="92" name="Google Shape;92;p10"/>
              <p:cNvSpPr/>
              <p:nvPr/>
            </p:nvSpPr>
            <p:spPr>
              <a:xfrm>
                <a:off x="4309818" y="-678782"/>
                <a:ext cx="317663" cy="206684"/>
              </a:xfrm>
              <a:custGeom>
                <a:rect b="b" l="l" r="r" t="t"/>
                <a:pathLst>
                  <a:path extrusionOk="0" h="2242" w="2242">
                    <a:moveTo>
                      <a:pt x="1123" y="1"/>
                    </a:moveTo>
                    <a:cubicBezTo>
                      <a:pt x="507" y="1"/>
                      <a:pt x="1" y="507"/>
                      <a:pt x="1" y="1119"/>
                    </a:cubicBezTo>
                    <a:cubicBezTo>
                      <a:pt x="1" y="1736"/>
                      <a:pt x="507" y="2242"/>
                      <a:pt x="1123" y="2242"/>
                    </a:cubicBezTo>
                    <a:cubicBezTo>
                      <a:pt x="1740" y="2242"/>
                      <a:pt x="2242" y="1736"/>
                      <a:pt x="2242" y="1119"/>
                    </a:cubicBezTo>
                    <a:cubicBezTo>
                      <a:pt x="2242" y="507"/>
                      <a:pt x="1740" y="1"/>
                      <a:pt x="1123" y="1"/>
                    </a:cubicBezTo>
                    <a:close/>
                  </a:path>
                </a:pathLst>
              </a:custGeom>
              <a:solidFill>
                <a:srgbClr val="3E54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0"/>
              <p:cNvSpPr/>
              <p:nvPr/>
            </p:nvSpPr>
            <p:spPr>
              <a:xfrm>
                <a:off x="-201615" y="-1301414"/>
                <a:ext cx="9340748" cy="440288"/>
              </a:xfrm>
              <a:custGeom>
                <a:rect b="b" l="l" r="r" t="t"/>
                <a:pathLst>
                  <a:path extrusionOk="0" h="4776" w="65925">
                    <a:moveTo>
                      <a:pt x="0" y="0"/>
                    </a:moveTo>
                    <a:lnTo>
                      <a:pt x="0" y="4775"/>
                    </a:lnTo>
                    <a:lnTo>
                      <a:pt x="65924" y="4775"/>
                    </a:lnTo>
                    <a:lnTo>
                      <a:pt x="6592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0"/>
              <p:cNvSpPr/>
              <p:nvPr/>
            </p:nvSpPr>
            <p:spPr>
              <a:xfrm>
                <a:off x="3846929" y="-1220013"/>
                <a:ext cx="1243450" cy="419822"/>
              </a:xfrm>
              <a:custGeom>
                <a:rect b="b" l="l" r="r" t="t"/>
                <a:pathLst>
                  <a:path extrusionOk="0" h="4554" w="8776">
                    <a:moveTo>
                      <a:pt x="5" y="0"/>
                    </a:moveTo>
                    <a:cubicBezTo>
                      <a:pt x="5" y="53"/>
                      <a:pt x="1" y="111"/>
                      <a:pt x="1" y="164"/>
                    </a:cubicBezTo>
                    <a:cubicBezTo>
                      <a:pt x="1" y="2588"/>
                      <a:pt x="1967" y="4554"/>
                      <a:pt x="4390" y="4554"/>
                    </a:cubicBezTo>
                    <a:cubicBezTo>
                      <a:pt x="6809" y="4554"/>
                      <a:pt x="8776" y="2588"/>
                      <a:pt x="8776" y="164"/>
                    </a:cubicBezTo>
                    <a:cubicBezTo>
                      <a:pt x="8776" y="111"/>
                      <a:pt x="8776" y="53"/>
                      <a:pt x="87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0"/>
              <p:cNvSpPr/>
              <p:nvPr/>
            </p:nvSpPr>
            <p:spPr>
              <a:xfrm>
                <a:off x="-210400" y="-1360875"/>
                <a:ext cx="9351942" cy="305048"/>
              </a:xfrm>
              <a:custGeom>
                <a:rect b="b" l="l" r="r" t="t"/>
                <a:pathLst>
                  <a:path extrusionOk="0" h="3309" w="66004">
                    <a:moveTo>
                      <a:pt x="1" y="1"/>
                    </a:moveTo>
                    <a:lnTo>
                      <a:pt x="1" y="3308"/>
                    </a:lnTo>
                    <a:lnTo>
                      <a:pt x="66003" y="3308"/>
                    </a:lnTo>
                    <a:lnTo>
                      <a:pt x="660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10"/>
            <p:cNvSpPr/>
            <p:nvPr/>
          </p:nvSpPr>
          <p:spPr>
            <a:xfrm>
              <a:off x="3398400" y="360475"/>
              <a:ext cx="2384192" cy="772136"/>
            </a:xfrm>
            <a:custGeom>
              <a:rect b="b" l="l" r="r" t="t"/>
              <a:pathLst>
                <a:path extrusionOk="0" h="7785" w="18335">
                  <a:moveTo>
                    <a:pt x="2552" y="0"/>
                  </a:moveTo>
                  <a:cubicBezTo>
                    <a:pt x="1149" y="0"/>
                    <a:pt x="0" y="1150"/>
                    <a:pt x="0" y="2552"/>
                  </a:cubicBezTo>
                  <a:lnTo>
                    <a:pt x="0" y="5140"/>
                  </a:lnTo>
                  <a:cubicBezTo>
                    <a:pt x="0" y="6595"/>
                    <a:pt x="1189" y="7785"/>
                    <a:pt x="2641" y="7785"/>
                  </a:cubicBezTo>
                  <a:lnTo>
                    <a:pt x="15628" y="7785"/>
                  </a:lnTo>
                  <a:cubicBezTo>
                    <a:pt x="17119" y="7785"/>
                    <a:pt x="18334" y="6564"/>
                    <a:pt x="18334" y="5073"/>
                  </a:cubicBezTo>
                  <a:lnTo>
                    <a:pt x="18334" y="2552"/>
                  </a:lnTo>
                  <a:cubicBezTo>
                    <a:pt x="18334" y="1150"/>
                    <a:pt x="17189" y="0"/>
                    <a:pt x="157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0"/>
            <p:cNvSpPr/>
            <p:nvPr/>
          </p:nvSpPr>
          <p:spPr>
            <a:xfrm>
              <a:off x="3572645" y="460848"/>
              <a:ext cx="2078349" cy="570994"/>
            </a:xfrm>
            <a:custGeom>
              <a:rect b="b" l="l" r="r" t="t"/>
              <a:pathLst>
                <a:path extrusionOk="0" h="5757" w="15983">
                  <a:moveTo>
                    <a:pt x="1434" y="0"/>
                  </a:moveTo>
                  <a:cubicBezTo>
                    <a:pt x="644" y="0"/>
                    <a:pt x="0" y="644"/>
                    <a:pt x="0" y="1433"/>
                  </a:cubicBezTo>
                  <a:lnTo>
                    <a:pt x="0" y="4256"/>
                  </a:lnTo>
                  <a:cubicBezTo>
                    <a:pt x="0" y="5081"/>
                    <a:pt x="680" y="5757"/>
                    <a:pt x="1505" y="5757"/>
                  </a:cubicBezTo>
                  <a:lnTo>
                    <a:pt x="14425" y="5757"/>
                  </a:lnTo>
                  <a:cubicBezTo>
                    <a:pt x="15282" y="5757"/>
                    <a:pt x="15983" y="5055"/>
                    <a:pt x="15983" y="4198"/>
                  </a:cubicBezTo>
                  <a:lnTo>
                    <a:pt x="15983" y="1433"/>
                  </a:lnTo>
                  <a:cubicBezTo>
                    <a:pt x="15983" y="644"/>
                    <a:pt x="15339" y="0"/>
                    <a:pt x="1455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0"/>
            <p:cNvSpPr/>
            <p:nvPr/>
          </p:nvSpPr>
          <p:spPr>
            <a:xfrm>
              <a:off x="3572645" y="460848"/>
              <a:ext cx="1456262" cy="460108"/>
            </a:xfrm>
            <a:custGeom>
              <a:rect b="b" l="l" r="r" t="t"/>
              <a:pathLst>
                <a:path extrusionOk="0" h="4639" w="11199">
                  <a:moveTo>
                    <a:pt x="1985" y="0"/>
                  </a:moveTo>
                  <a:cubicBezTo>
                    <a:pt x="893" y="0"/>
                    <a:pt x="0" y="892"/>
                    <a:pt x="0" y="1984"/>
                  </a:cubicBezTo>
                  <a:lnTo>
                    <a:pt x="0" y="3244"/>
                  </a:lnTo>
                  <a:cubicBezTo>
                    <a:pt x="0" y="3746"/>
                    <a:pt x="151" y="4216"/>
                    <a:pt x="413" y="4612"/>
                  </a:cubicBezTo>
                  <a:cubicBezTo>
                    <a:pt x="691" y="4630"/>
                    <a:pt x="969" y="4639"/>
                    <a:pt x="1247" y="4639"/>
                  </a:cubicBezTo>
                  <a:cubicBezTo>
                    <a:pt x="5030" y="4639"/>
                    <a:pt x="8792" y="2964"/>
                    <a:pt x="11199" y="0"/>
                  </a:cubicBezTo>
                  <a:close/>
                </a:path>
              </a:pathLst>
            </a:custGeom>
            <a:solidFill>
              <a:srgbClr val="00ABBF">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0"/>
            <p:cNvSpPr/>
            <p:nvPr/>
          </p:nvSpPr>
          <p:spPr>
            <a:xfrm>
              <a:off x="4164689" y="979770"/>
              <a:ext cx="851989" cy="196381"/>
            </a:xfrm>
            <a:custGeom>
              <a:rect b="b" l="l" r="r" t="t"/>
              <a:pathLst>
                <a:path extrusionOk="0" h="1980" w="6552">
                  <a:moveTo>
                    <a:pt x="986" y="1"/>
                  </a:moveTo>
                  <a:cubicBezTo>
                    <a:pt x="445" y="1"/>
                    <a:pt x="1" y="445"/>
                    <a:pt x="1" y="990"/>
                  </a:cubicBezTo>
                  <a:cubicBezTo>
                    <a:pt x="1" y="1532"/>
                    <a:pt x="445" y="1980"/>
                    <a:pt x="986" y="1980"/>
                  </a:cubicBezTo>
                  <a:lnTo>
                    <a:pt x="5562" y="1980"/>
                  </a:lnTo>
                  <a:cubicBezTo>
                    <a:pt x="6103" y="1980"/>
                    <a:pt x="6552" y="1532"/>
                    <a:pt x="6552" y="990"/>
                  </a:cubicBezTo>
                  <a:cubicBezTo>
                    <a:pt x="6552" y="445"/>
                    <a:pt x="6103" y="1"/>
                    <a:pt x="55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0"/>
            <p:cNvSpPr/>
            <p:nvPr/>
          </p:nvSpPr>
          <p:spPr>
            <a:xfrm>
              <a:off x="4292902" y="1040966"/>
              <a:ext cx="97656" cy="73990"/>
            </a:xfrm>
            <a:custGeom>
              <a:rect b="b" l="l" r="r" t="t"/>
              <a:pathLst>
                <a:path extrusionOk="0" h="746" w="751">
                  <a:moveTo>
                    <a:pt x="377" y="0"/>
                  </a:moveTo>
                  <a:cubicBezTo>
                    <a:pt x="169" y="0"/>
                    <a:pt x="0" y="164"/>
                    <a:pt x="0" y="373"/>
                  </a:cubicBezTo>
                  <a:cubicBezTo>
                    <a:pt x="0" y="578"/>
                    <a:pt x="169" y="746"/>
                    <a:pt x="377" y="746"/>
                  </a:cubicBezTo>
                  <a:cubicBezTo>
                    <a:pt x="582" y="746"/>
                    <a:pt x="750" y="578"/>
                    <a:pt x="750" y="373"/>
                  </a:cubicBezTo>
                  <a:cubicBezTo>
                    <a:pt x="750" y="164"/>
                    <a:pt x="582" y="0"/>
                    <a:pt x="3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 name="Google Shape;101;p10"/>
          <p:cNvGrpSpPr/>
          <p:nvPr/>
        </p:nvGrpSpPr>
        <p:grpSpPr>
          <a:xfrm>
            <a:off x="100" y="3246656"/>
            <a:ext cx="9143942" cy="2459741"/>
            <a:chOff x="100" y="3246656"/>
            <a:chExt cx="9143942" cy="2459741"/>
          </a:xfrm>
        </p:grpSpPr>
        <p:sp>
          <p:nvSpPr>
            <p:cNvPr id="102" name="Google Shape;102;p10"/>
            <p:cNvSpPr/>
            <p:nvPr/>
          </p:nvSpPr>
          <p:spPr>
            <a:xfrm>
              <a:off x="8520133" y="5260606"/>
              <a:ext cx="622097" cy="59621"/>
            </a:xfrm>
            <a:custGeom>
              <a:rect b="b" l="l" r="r" t="t"/>
              <a:pathLst>
                <a:path extrusionOk="0" h="570" w="4489">
                  <a:moveTo>
                    <a:pt x="285" y="0"/>
                  </a:moveTo>
                  <a:cubicBezTo>
                    <a:pt x="130" y="0"/>
                    <a:pt x="1" y="129"/>
                    <a:pt x="1" y="285"/>
                  </a:cubicBezTo>
                  <a:cubicBezTo>
                    <a:pt x="1" y="440"/>
                    <a:pt x="130" y="569"/>
                    <a:pt x="285" y="569"/>
                  </a:cubicBezTo>
                  <a:lnTo>
                    <a:pt x="4488" y="569"/>
                  </a:lnTo>
                  <a:lnTo>
                    <a:pt x="448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0"/>
            <p:cNvSpPr/>
            <p:nvPr/>
          </p:nvSpPr>
          <p:spPr>
            <a:xfrm>
              <a:off x="6113337" y="5183173"/>
              <a:ext cx="2112561" cy="411312"/>
            </a:xfrm>
            <a:custGeom>
              <a:rect b="b" l="l" r="r" t="t"/>
              <a:pathLst>
                <a:path extrusionOk="0" h="2903" w="14910">
                  <a:moveTo>
                    <a:pt x="1452" y="0"/>
                  </a:moveTo>
                  <a:cubicBezTo>
                    <a:pt x="658" y="0"/>
                    <a:pt x="1" y="652"/>
                    <a:pt x="1" y="1451"/>
                  </a:cubicBezTo>
                  <a:cubicBezTo>
                    <a:pt x="1" y="2250"/>
                    <a:pt x="658" y="2903"/>
                    <a:pt x="1452" y="2903"/>
                  </a:cubicBezTo>
                  <a:lnTo>
                    <a:pt x="13458" y="2903"/>
                  </a:lnTo>
                  <a:cubicBezTo>
                    <a:pt x="14257" y="2903"/>
                    <a:pt x="14910" y="2250"/>
                    <a:pt x="14910" y="1451"/>
                  </a:cubicBezTo>
                  <a:cubicBezTo>
                    <a:pt x="14910" y="652"/>
                    <a:pt x="14257" y="0"/>
                    <a:pt x="134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0"/>
            <p:cNvSpPr/>
            <p:nvPr/>
          </p:nvSpPr>
          <p:spPr>
            <a:xfrm>
              <a:off x="6926473" y="5350929"/>
              <a:ext cx="486271" cy="74951"/>
            </a:xfrm>
            <a:custGeom>
              <a:rect b="b" l="l" r="r" t="t"/>
              <a:pathLst>
                <a:path extrusionOk="0" h="529" w="3432">
                  <a:moveTo>
                    <a:pt x="266" y="1"/>
                  </a:moveTo>
                  <a:cubicBezTo>
                    <a:pt x="121" y="1"/>
                    <a:pt x="0" y="121"/>
                    <a:pt x="0" y="267"/>
                  </a:cubicBezTo>
                  <a:cubicBezTo>
                    <a:pt x="0" y="410"/>
                    <a:pt x="121" y="529"/>
                    <a:pt x="266" y="529"/>
                  </a:cubicBezTo>
                  <a:lnTo>
                    <a:pt x="3169" y="529"/>
                  </a:lnTo>
                  <a:cubicBezTo>
                    <a:pt x="3312" y="529"/>
                    <a:pt x="3431" y="410"/>
                    <a:pt x="3431" y="267"/>
                  </a:cubicBezTo>
                  <a:cubicBezTo>
                    <a:pt x="3431" y="121"/>
                    <a:pt x="3312" y="1"/>
                    <a:pt x="31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10"/>
            <p:cNvGrpSpPr/>
            <p:nvPr/>
          </p:nvGrpSpPr>
          <p:grpSpPr>
            <a:xfrm>
              <a:off x="100" y="3246656"/>
              <a:ext cx="9143942" cy="2459741"/>
              <a:chOff x="100" y="3246656"/>
              <a:chExt cx="9143942" cy="2459741"/>
            </a:xfrm>
          </p:grpSpPr>
          <p:sp>
            <p:nvSpPr>
              <p:cNvPr id="106" name="Google Shape;106;p10"/>
              <p:cNvSpPr/>
              <p:nvPr/>
            </p:nvSpPr>
            <p:spPr>
              <a:xfrm>
                <a:off x="100" y="5071703"/>
                <a:ext cx="9142149" cy="602142"/>
              </a:xfrm>
              <a:custGeom>
                <a:rect b="b" l="l" r="r" t="t"/>
                <a:pathLst>
                  <a:path extrusionOk="0" h="22162" w="65969">
                    <a:moveTo>
                      <a:pt x="0" y="1"/>
                    </a:moveTo>
                    <a:lnTo>
                      <a:pt x="0" y="22161"/>
                    </a:lnTo>
                    <a:lnTo>
                      <a:pt x="65968" y="22161"/>
                    </a:lnTo>
                    <a:lnTo>
                      <a:pt x="65968" y="1"/>
                    </a:lnTo>
                    <a:close/>
                  </a:path>
                </a:pathLst>
              </a:custGeom>
              <a:solidFill>
                <a:srgbClr val="1F424C">
                  <a:alpha val="787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p:nvPr/>
            </p:nvSpPr>
            <p:spPr>
              <a:xfrm>
                <a:off x="3528813" y="4751839"/>
                <a:ext cx="2231040" cy="954557"/>
              </a:xfrm>
              <a:custGeom>
                <a:rect b="b" l="l" r="r" t="t"/>
                <a:pathLst>
                  <a:path extrusionOk="0" h="9126" w="16099">
                    <a:moveTo>
                      <a:pt x="4563" y="0"/>
                    </a:moveTo>
                    <a:cubicBezTo>
                      <a:pt x="2056" y="0"/>
                      <a:pt x="1" y="2051"/>
                      <a:pt x="1" y="4563"/>
                    </a:cubicBezTo>
                    <a:cubicBezTo>
                      <a:pt x="1" y="7070"/>
                      <a:pt x="2056" y="9125"/>
                      <a:pt x="4563" y="9125"/>
                    </a:cubicBezTo>
                    <a:lnTo>
                      <a:pt x="11536" y="9125"/>
                    </a:lnTo>
                    <a:cubicBezTo>
                      <a:pt x="14044" y="9125"/>
                      <a:pt x="16098" y="7070"/>
                      <a:pt x="16098" y="4563"/>
                    </a:cubicBezTo>
                    <a:cubicBezTo>
                      <a:pt x="16098" y="2051"/>
                      <a:pt x="14044" y="0"/>
                      <a:pt x="115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0"/>
              <p:cNvSpPr/>
              <p:nvPr/>
            </p:nvSpPr>
            <p:spPr>
              <a:xfrm>
                <a:off x="6189" y="4491808"/>
                <a:ext cx="9137853" cy="593382"/>
              </a:xfrm>
              <a:custGeom>
                <a:rect b="b" l="l" r="r" t="t"/>
                <a:pathLst>
                  <a:path extrusionOk="0" h="5673" w="65938">
                    <a:moveTo>
                      <a:pt x="1" y="0"/>
                    </a:moveTo>
                    <a:lnTo>
                      <a:pt x="1" y="5672"/>
                    </a:lnTo>
                    <a:lnTo>
                      <a:pt x="65937" y="5672"/>
                    </a:lnTo>
                    <a:lnTo>
                      <a:pt x="659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
              <p:cNvSpPr/>
              <p:nvPr/>
            </p:nvSpPr>
            <p:spPr>
              <a:xfrm>
                <a:off x="1985150" y="4117250"/>
                <a:ext cx="5190805" cy="395575"/>
              </a:xfrm>
              <a:custGeom>
                <a:rect b="b" l="l" r="r" t="t"/>
                <a:pathLst>
                  <a:path extrusionOk="0" h="6273" w="33573">
                    <a:moveTo>
                      <a:pt x="9898" y="1"/>
                    </a:moveTo>
                    <a:cubicBezTo>
                      <a:pt x="5544" y="1"/>
                      <a:pt x="1762" y="2575"/>
                      <a:pt x="0" y="6273"/>
                    </a:cubicBezTo>
                    <a:lnTo>
                      <a:pt x="33572" y="6273"/>
                    </a:lnTo>
                    <a:cubicBezTo>
                      <a:pt x="31806" y="2575"/>
                      <a:pt x="28025" y="1"/>
                      <a:pt x="236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0"/>
              <p:cNvSpPr/>
              <p:nvPr/>
            </p:nvSpPr>
            <p:spPr>
              <a:xfrm>
                <a:off x="784" y="3599583"/>
                <a:ext cx="584957" cy="988865"/>
              </a:xfrm>
              <a:custGeom>
                <a:rect b="b" l="l" r="r" t="t"/>
                <a:pathLst>
                  <a:path extrusionOk="0" h="9454" w="4221">
                    <a:moveTo>
                      <a:pt x="0" y="0"/>
                    </a:moveTo>
                    <a:lnTo>
                      <a:pt x="0" y="9454"/>
                    </a:lnTo>
                    <a:lnTo>
                      <a:pt x="4221" y="9454"/>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0"/>
              <p:cNvSpPr/>
              <p:nvPr/>
            </p:nvSpPr>
            <p:spPr>
              <a:xfrm>
                <a:off x="8557135" y="3599583"/>
                <a:ext cx="585095" cy="988865"/>
              </a:xfrm>
              <a:custGeom>
                <a:rect b="b" l="l" r="r" t="t"/>
                <a:pathLst>
                  <a:path extrusionOk="0" h="9454" w="4222">
                    <a:moveTo>
                      <a:pt x="4221" y="0"/>
                    </a:moveTo>
                    <a:lnTo>
                      <a:pt x="0" y="9454"/>
                    </a:lnTo>
                    <a:lnTo>
                      <a:pt x="4221" y="9454"/>
                    </a:lnTo>
                    <a:lnTo>
                      <a:pt x="422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a:off x="6882" y="4502477"/>
                <a:ext cx="9043617" cy="589721"/>
              </a:xfrm>
              <a:custGeom>
                <a:rect b="b" l="l" r="r" t="t"/>
                <a:pathLst>
                  <a:path extrusionOk="0" h="5638" w="65258">
                    <a:moveTo>
                      <a:pt x="33832" y="0"/>
                    </a:moveTo>
                    <a:cubicBezTo>
                      <a:pt x="32136" y="0"/>
                      <a:pt x="29955" y="873"/>
                      <a:pt x="29250" y="1682"/>
                    </a:cubicBezTo>
                    <a:lnTo>
                      <a:pt x="0" y="1682"/>
                    </a:lnTo>
                    <a:lnTo>
                      <a:pt x="0" y="3858"/>
                    </a:lnTo>
                    <a:lnTo>
                      <a:pt x="29617" y="3858"/>
                    </a:lnTo>
                    <a:cubicBezTo>
                      <a:pt x="30102" y="3858"/>
                      <a:pt x="30479" y="4271"/>
                      <a:pt x="30479" y="4772"/>
                    </a:cubicBezTo>
                    <a:lnTo>
                      <a:pt x="30479" y="4781"/>
                    </a:lnTo>
                    <a:cubicBezTo>
                      <a:pt x="30479" y="5074"/>
                      <a:pt x="30506" y="5363"/>
                      <a:pt x="30555" y="5638"/>
                    </a:cubicBezTo>
                    <a:lnTo>
                      <a:pt x="39253" y="5638"/>
                    </a:lnTo>
                    <a:cubicBezTo>
                      <a:pt x="39306" y="5363"/>
                      <a:pt x="39333" y="5074"/>
                      <a:pt x="39333" y="4781"/>
                    </a:cubicBezTo>
                    <a:lnTo>
                      <a:pt x="39333" y="4772"/>
                    </a:lnTo>
                    <a:cubicBezTo>
                      <a:pt x="39329" y="4271"/>
                      <a:pt x="39710" y="3858"/>
                      <a:pt x="40189" y="3858"/>
                    </a:cubicBezTo>
                    <a:lnTo>
                      <a:pt x="65258" y="3858"/>
                    </a:lnTo>
                    <a:lnTo>
                      <a:pt x="65258" y="1682"/>
                    </a:lnTo>
                    <a:lnTo>
                      <a:pt x="38188" y="1682"/>
                    </a:lnTo>
                    <a:cubicBezTo>
                      <a:pt x="37376" y="750"/>
                      <a:pt x="35840" y="307"/>
                      <a:pt x="34562" y="63"/>
                    </a:cubicBezTo>
                    <a:cubicBezTo>
                      <a:pt x="34334" y="20"/>
                      <a:pt x="34089" y="0"/>
                      <a:pt x="33832" y="0"/>
                    </a:cubicBezTo>
                    <a:close/>
                  </a:path>
                </a:pathLst>
              </a:custGeom>
              <a:solidFill>
                <a:srgbClr val="00ABBF">
                  <a:alpha val="5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0"/>
              <p:cNvSpPr/>
              <p:nvPr/>
            </p:nvSpPr>
            <p:spPr>
              <a:xfrm>
                <a:off x="4162273" y="4210961"/>
                <a:ext cx="1000843" cy="755403"/>
              </a:xfrm>
              <a:custGeom>
                <a:rect b="b" l="l" r="r" t="t"/>
                <a:pathLst>
                  <a:path extrusionOk="0" h="7222" w="7222">
                    <a:moveTo>
                      <a:pt x="3610" y="1"/>
                    </a:moveTo>
                    <a:cubicBezTo>
                      <a:pt x="1617" y="1"/>
                      <a:pt x="1" y="1616"/>
                      <a:pt x="1" y="3609"/>
                    </a:cubicBezTo>
                    <a:cubicBezTo>
                      <a:pt x="1" y="5606"/>
                      <a:pt x="1617" y="7222"/>
                      <a:pt x="3610" y="7222"/>
                    </a:cubicBezTo>
                    <a:cubicBezTo>
                      <a:pt x="5607" y="7222"/>
                      <a:pt x="7222" y="5606"/>
                      <a:pt x="7222" y="3609"/>
                    </a:cubicBezTo>
                    <a:cubicBezTo>
                      <a:pt x="7222" y="1616"/>
                      <a:pt x="5607" y="1"/>
                      <a:pt x="3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a:off x="985775" y="4064725"/>
                <a:ext cx="1252890" cy="1039464"/>
              </a:xfrm>
              <a:custGeom>
                <a:rect b="b" l="l" r="r" t="t"/>
                <a:pathLst>
                  <a:path extrusionOk="0" h="8620" w="8621">
                    <a:moveTo>
                      <a:pt x="4310" y="1"/>
                    </a:moveTo>
                    <a:cubicBezTo>
                      <a:pt x="1926" y="1"/>
                      <a:pt x="1" y="1927"/>
                      <a:pt x="1" y="4310"/>
                    </a:cubicBezTo>
                    <a:cubicBezTo>
                      <a:pt x="1" y="6689"/>
                      <a:pt x="1926" y="8619"/>
                      <a:pt x="4310" y="8619"/>
                    </a:cubicBezTo>
                    <a:cubicBezTo>
                      <a:pt x="6689" y="8619"/>
                      <a:pt x="8620" y="6689"/>
                      <a:pt x="8620" y="4310"/>
                    </a:cubicBezTo>
                    <a:cubicBezTo>
                      <a:pt x="8620" y="1927"/>
                      <a:pt x="6689" y="1"/>
                      <a:pt x="431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0"/>
              <p:cNvSpPr/>
              <p:nvPr/>
            </p:nvSpPr>
            <p:spPr>
              <a:xfrm>
                <a:off x="4223804" y="4257402"/>
                <a:ext cx="877920" cy="662521"/>
              </a:xfrm>
              <a:custGeom>
                <a:rect b="b" l="l" r="r" t="t"/>
                <a:pathLst>
                  <a:path extrusionOk="0" h="6334" w="6335">
                    <a:moveTo>
                      <a:pt x="3166" y="0"/>
                    </a:moveTo>
                    <a:cubicBezTo>
                      <a:pt x="1417" y="0"/>
                      <a:pt x="1" y="1416"/>
                      <a:pt x="1" y="3165"/>
                    </a:cubicBezTo>
                    <a:cubicBezTo>
                      <a:pt x="1" y="4914"/>
                      <a:pt x="1417" y="6334"/>
                      <a:pt x="3166" y="6334"/>
                    </a:cubicBezTo>
                    <a:cubicBezTo>
                      <a:pt x="4914" y="6334"/>
                      <a:pt x="6335" y="4914"/>
                      <a:pt x="6335" y="3165"/>
                    </a:cubicBezTo>
                    <a:cubicBezTo>
                      <a:pt x="6335" y="1416"/>
                      <a:pt x="4914" y="0"/>
                      <a:pt x="31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0"/>
              <p:cNvSpPr/>
              <p:nvPr/>
            </p:nvSpPr>
            <p:spPr>
              <a:xfrm>
                <a:off x="8245324" y="4551743"/>
                <a:ext cx="893857" cy="1039490"/>
              </a:xfrm>
              <a:custGeom>
                <a:rect b="b" l="l" r="r" t="t"/>
                <a:pathLst>
                  <a:path extrusionOk="0" h="9938" w="6450">
                    <a:moveTo>
                      <a:pt x="4917" y="0"/>
                    </a:moveTo>
                    <a:cubicBezTo>
                      <a:pt x="2201" y="0"/>
                      <a:pt x="0" y="2223"/>
                      <a:pt x="0" y="4972"/>
                    </a:cubicBezTo>
                    <a:cubicBezTo>
                      <a:pt x="0" y="7715"/>
                      <a:pt x="2201" y="9938"/>
                      <a:pt x="4917" y="9938"/>
                    </a:cubicBezTo>
                    <a:cubicBezTo>
                      <a:pt x="5454" y="9938"/>
                      <a:pt x="5965" y="9849"/>
                      <a:pt x="6449" y="9689"/>
                    </a:cubicBezTo>
                    <a:lnTo>
                      <a:pt x="6449" y="249"/>
                    </a:lnTo>
                    <a:cubicBezTo>
                      <a:pt x="5965" y="89"/>
                      <a:pt x="5454" y="0"/>
                      <a:pt x="49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0"/>
              <p:cNvSpPr/>
              <p:nvPr/>
            </p:nvSpPr>
            <p:spPr>
              <a:xfrm>
                <a:off x="8446962" y="5005282"/>
                <a:ext cx="695268" cy="59516"/>
              </a:xfrm>
              <a:custGeom>
                <a:rect b="b" l="l" r="r" t="t"/>
                <a:pathLst>
                  <a:path extrusionOk="0" h="569" w="5017">
                    <a:moveTo>
                      <a:pt x="285" y="1"/>
                    </a:moveTo>
                    <a:cubicBezTo>
                      <a:pt x="129" y="1"/>
                      <a:pt x="0" y="130"/>
                      <a:pt x="0" y="284"/>
                    </a:cubicBezTo>
                    <a:cubicBezTo>
                      <a:pt x="0" y="440"/>
                      <a:pt x="129" y="569"/>
                      <a:pt x="285" y="569"/>
                    </a:cubicBezTo>
                    <a:lnTo>
                      <a:pt x="5016" y="569"/>
                    </a:lnTo>
                    <a:lnTo>
                      <a:pt x="5016" y="5"/>
                    </a:lnTo>
                    <a:cubicBezTo>
                      <a:pt x="5011" y="5"/>
                      <a:pt x="5007" y="1"/>
                      <a:pt x="50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0"/>
              <p:cNvSpPr/>
              <p:nvPr/>
            </p:nvSpPr>
            <p:spPr>
              <a:xfrm>
                <a:off x="8459295" y="4885935"/>
                <a:ext cx="682935" cy="59098"/>
              </a:xfrm>
              <a:custGeom>
                <a:rect b="b" l="l" r="r" t="t"/>
                <a:pathLst>
                  <a:path extrusionOk="0" h="565" w="4928">
                    <a:moveTo>
                      <a:pt x="284" y="1"/>
                    </a:moveTo>
                    <a:cubicBezTo>
                      <a:pt x="129" y="1"/>
                      <a:pt x="1" y="130"/>
                      <a:pt x="1" y="285"/>
                    </a:cubicBezTo>
                    <a:cubicBezTo>
                      <a:pt x="1" y="440"/>
                      <a:pt x="129" y="564"/>
                      <a:pt x="284" y="564"/>
                    </a:cubicBezTo>
                    <a:lnTo>
                      <a:pt x="4927" y="564"/>
                    </a:lnTo>
                    <a:lnTo>
                      <a:pt x="492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0"/>
              <p:cNvSpPr/>
              <p:nvPr/>
            </p:nvSpPr>
            <p:spPr>
              <a:xfrm>
                <a:off x="8593443" y="4766169"/>
                <a:ext cx="548787" cy="59516"/>
              </a:xfrm>
              <a:custGeom>
                <a:rect b="b" l="l" r="r" t="t"/>
                <a:pathLst>
                  <a:path extrusionOk="0" h="569" w="3960">
                    <a:moveTo>
                      <a:pt x="284" y="1"/>
                    </a:moveTo>
                    <a:cubicBezTo>
                      <a:pt x="129" y="1"/>
                      <a:pt x="0" y="130"/>
                      <a:pt x="0" y="285"/>
                    </a:cubicBezTo>
                    <a:cubicBezTo>
                      <a:pt x="0" y="440"/>
                      <a:pt x="129" y="569"/>
                      <a:pt x="284" y="569"/>
                    </a:cubicBezTo>
                    <a:lnTo>
                      <a:pt x="3959" y="569"/>
                    </a:lnTo>
                    <a:lnTo>
                      <a:pt x="395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0"/>
              <p:cNvSpPr/>
              <p:nvPr/>
            </p:nvSpPr>
            <p:spPr>
              <a:xfrm>
                <a:off x="8437815" y="5136657"/>
                <a:ext cx="704415" cy="59098"/>
              </a:xfrm>
              <a:custGeom>
                <a:rect b="b" l="l" r="r" t="t"/>
                <a:pathLst>
                  <a:path extrusionOk="0" h="565" w="5083">
                    <a:moveTo>
                      <a:pt x="284" y="1"/>
                    </a:moveTo>
                    <a:cubicBezTo>
                      <a:pt x="129" y="1"/>
                      <a:pt x="0" y="130"/>
                      <a:pt x="0" y="285"/>
                    </a:cubicBezTo>
                    <a:cubicBezTo>
                      <a:pt x="0" y="440"/>
                      <a:pt x="129" y="564"/>
                      <a:pt x="284" y="564"/>
                    </a:cubicBezTo>
                    <a:lnTo>
                      <a:pt x="5007" y="564"/>
                    </a:lnTo>
                    <a:cubicBezTo>
                      <a:pt x="5033" y="564"/>
                      <a:pt x="5056" y="560"/>
                      <a:pt x="5082" y="556"/>
                    </a:cubicBezTo>
                    <a:lnTo>
                      <a:pt x="5082" y="9"/>
                    </a:lnTo>
                    <a:cubicBezTo>
                      <a:pt x="5056" y="5"/>
                      <a:pt x="5033" y="1"/>
                      <a:pt x="50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0"/>
              <p:cNvSpPr/>
              <p:nvPr/>
            </p:nvSpPr>
            <p:spPr>
              <a:xfrm>
                <a:off x="5442913" y="4570361"/>
                <a:ext cx="524119" cy="395588"/>
              </a:xfrm>
              <a:custGeom>
                <a:rect b="b" l="l" r="r" t="t"/>
                <a:pathLst>
                  <a:path extrusionOk="0" h="3782" w="3782">
                    <a:moveTo>
                      <a:pt x="1891" y="0"/>
                    </a:moveTo>
                    <a:cubicBezTo>
                      <a:pt x="844" y="0"/>
                      <a:pt x="0" y="843"/>
                      <a:pt x="0" y="1891"/>
                    </a:cubicBezTo>
                    <a:cubicBezTo>
                      <a:pt x="0" y="2934"/>
                      <a:pt x="844" y="3782"/>
                      <a:pt x="1891" y="3782"/>
                    </a:cubicBezTo>
                    <a:cubicBezTo>
                      <a:pt x="2934" y="3782"/>
                      <a:pt x="3782" y="2934"/>
                      <a:pt x="3782" y="1891"/>
                    </a:cubicBezTo>
                    <a:cubicBezTo>
                      <a:pt x="3782" y="843"/>
                      <a:pt x="2934" y="0"/>
                      <a:pt x="18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0"/>
              <p:cNvSpPr/>
              <p:nvPr/>
            </p:nvSpPr>
            <p:spPr>
              <a:xfrm>
                <a:off x="3391617" y="4577265"/>
                <a:ext cx="524119" cy="395588"/>
              </a:xfrm>
              <a:custGeom>
                <a:rect b="b" l="l" r="r" t="t"/>
                <a:pathLst>
                  <a:path extrusionOk="0" h="3782" w="3782">
                    <a:moveTo>
                      <a:pt x="1891" y="0"/>
                    </a:moveTo>
                    <a:cubicBezTo>
                      <a:pt x="848" y="0"/>
                      <a:pt x="0" y="844"/>
                      <a:pt x="0" y="1891"/>
                    </a:cubicBezTo>
                    <a:cubicBezTo>
                      <a:pt x="0" y="2934"/>
                      <a:pt x="848" y="3782"/>
                      <a:pt x="1891" y="3782"/>
                    </a:cubicBezTo>
                    <a:cubicBezTo>
                      <a:pt x="2935" y="3782"/>
                      <a:pt x="3782" y="2934"/>
                      <a:pt x="3782" y="1891"/>
                    </a:cubicBezTo>
                    <a:cubicBezTo>
                      <a:pt x="3782" y="844"/>
                      <a:pt x="2935" y="0"/>
                      <a:pt x="18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p:nvPr/>
            </p:nvSpPr>
            <p:spPr>
              <a:xfrm>
                <a:off x="5271902" y="4226755"/>
                <a:ext cx="449284" cy="339000"/>
              </a:xfrm>
              <a:custGeom>
                <a:rect b="b" l="l" r="r" t="t"/>
                <a:pathLst>
                  <a:path extrusionOk="0" h="3241" w="3242">
                    <a:moveTo>
                      <a:pt x="1621" y="0"/>
                    </a:moveTo>
                    <a:cubicBezTo>
                      <a:pt x="728" y="0"/>
                      <a:pt x="1" y="729"/>
                      <a:pt x="1" y="1620"/>
                    </a:cubicBezTo>
                    <a:cubicBezTo>
                      <a:pt x="1" y="2513"/>
                      <a:pt x="728" y="3240"/>
                      <a:pt x="1621" y="3240"/>
                    </a:cubicBezTo>
                    <a:cubicBezTo>
                      <a:pt x="2513" y="3240"/>
                      <a:pt x="3241" y="2513"/>
                      <a:pt x="3241" y="1620"/>
                    </a:cubicBezTo>
                    <a:cubicBezTo>
                      <a:pt x="3241" y="729"/>
                      <a:pt x="2513" y="0"/>
                      <a:pt x="16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0"/>
              <p:cNvSpPr/>
              <p:nvPr/>
            </p:nvSpPr>
            <p:spPr>
              <a:xfrm>
                <a:off x="5326088" y="4265561"/>
                <a:ext cx="348258" cy="254695"/>
              </a:xfrm>
              <a:custGeom>
                <a:rect b="b" l="l" r="r" t="t"/>
                <a:pathLst>
                  <a:path extrusionOk="0" h="2435" w="2513">
                    <a:moveTo>
                      <a:pt x="1001" y="0"/>
                    </a:moveTo>
                    <a:cubicBezTo>
                      <a:pt x="986" y="0"/>
                      <a:pt x="970" y="2"/>
                      <a:pt x="954" y="6"/>
                    </a:cubicBezTo>
                    <a:lnTo>
                      <a:pt x="937" y="12"/>
                    </a:lnTo>
                    <a:cubicBezTo>
                      <a:pt x="835" y="38"/>
                      <a:pt x="777" y="145"/>
                      <a:pt x="804" y="251"/>
                    </a:cubicBezTo>
                    <a:cubicBezTo>
                      <a:pt x="826" y="340"/>
                      <a:pt x="910" y="397"/>
                      <a:pt x="999" y="397"/>
                    </a:cubicBezTo>
                    <a:cubicBezTo>
                      <a:pt x="1017" y="397"/>
                      <a:pt x="1034" y="393"/>
                      <a:pt x="1048" y="389"/>
                    </a:cubicBezTo>
                    <a:cubicBezTo>
                      <a:pt x="1154" y="366"/>
                      <a:pt x="1220" y="260"/>
                      <a:pt x="1194" y="153"/>
                    </a:cubicBezTo>
                    <a:cubicBezTo>
                      <a:pt x="1171" y="63"/>
                      <a:pt x="1091" y="0"/>
                      <a:pt x="1001" y="0"/>
                    </a:cubicBezTo>
                    <a:close/>
                    <a:moveTo>
                      <a:pt x="1651" y="44"/>
                    </a:moveTo>
                    <a:cubicBezTo>
                      <a:pt x="1576" y="44"/>
                      <a:pt x="1504" y="94"/>
                      <a:pt x="1474" y="171"/>
                    </a:cubicBezTo>
                    <a:cubicBezTo>
                      <a:pt x="1429" y="273"/>
                      <a:pt x="1487" y="389"/>
                      <a:pt x="1585" y="428"/>
                    </a:cubicBezTo>
                    <a:cubicBezTo>
                      <a:pt x="1611" y="442"/>
                      <a:pt x="1638" y="446"/>
                      <a:pt x="1660" y="446"/>
                    </a:cubicBezTo>
                    <a:cubicBezTo>
                      <a:pt x="1740" y="446"/>
                      <a:pt x="1812" y="397"/>
                      <a:pt x="1847" y="322"/>
                    </a:cubicBezTo>
                    <a:cubicBezTo>
                      <a:pt x="1886" y="219"/>
                      <a:pt x="1838" y="104"/>
                      <a:pt x="1736" y="65"/>
                    </a:cubicBezTo>
                    <a:lnTo>
                      <a:pt x="1722" y="59"/>
                    </a:lnTo>
                    <a:cubicBezTo>
                      <a:pt x="1699" y="49"/>
                      <a:pt x="1675" y="44"/>
                      <a:pt x="1651" y="44"/>
                    </a:cubicBezTo>
                    <a:close/>
                    <a:moveTo>
                      <a:pt x="444" y="355"/>
                    </a:moveTo>
                    <a:cubicBezTo>
                      <a:pt x="385" y="355"/>
                      <a:pt x="327" y="380"/>
                      <a:pt x="288" y="428"/>
                    </a:cubicBezTo>
                    <a:lnTo>
                      <a:pt x="280" y="438"/>
                    </a:lnTo>
                    <a:cubicBezTo>
                      <a:pt x="214" y="522"/>
                      <a:pt x="231" y="641"/>
                      <a:pt x="315" y="712"/>
                    </a:cubicBezTo>
                    <a:cubicBezTo>
                      <a:pt x="351" y="739"/>
                      <a:pt x="391" y="752"/>
                      <a:pt x="435" y="752"/>
                    </a:cubicBezTo>
                    <a:cubicBezTo>
                      <a:pt x="497" y="752"/>
                      <a:pt x="555" y="725"/>
                      <a:pt x="595" y="677"/>
                    </a:cubicBezTo>
                    <a:cubicBezTo>
                      <a:pt x="667" y="592"/>
                      <a:pt x="653" y="469"/>
                      <a:pt x="569" y="397"/>
                    </a:cubicBezTo>
                    <a:cubicBezTo>
                      <a:pt x="533" y="369"/>
                      <a:pt x="488" y="355"/>
                      <a:pt x="444" y="355"/>
                    </a:cubicBezTo>
                    <a:close/>
                    <a:moveTo>
                      <a:pt x="2162" y="473"/>
                    </a:moveTo>
                    <a:cubicBezTo>
                      <a:pt x="2126" y="473"/>
                      <a:pt x="2089" y="483"/>
                      <a:pt x="2056" y="504"/>
                    </a:cubicBezTo>
                    <a:cubicBezTo>
                      <a:pt x="1962" y="561"/>
                      <a:pt x="1935" y="686"/>
                      <a:pt x="1993" y="778"/>
                    </a:cubicBezTo>
                    <a:cubicBezTo>
                      <a:pt x="2029" y="841"/>
                      <a:pt x="2095" y="876"/>
                      <a:pt x="2162" y="876"/>
                    </a:cubicBezTo>
                    <a:cubicBezTo>
                      <a:pt x="2197" y="876"/>
                      <a:pt x="2232" y="868"/>
                      <a:pt x="2264" y="850"/>
                    </a:cubicBezTo>
                    <a:cubicBezTo>
                      <a:pt x="2357" y="792"/>
                      <a:pt x="2388" y="668"/>
                      <a:pt x="2330" y="575"/>
                    </a:cubicBezTo>
                    <a:lnTo>
                      <a:pt x="2326" y="561"/>
                    </a:lnTo>
                    <a:cubicBezTo>
                      <a:pt x="2289" y="505"/>
                      <a:pt x="2227" y="473"/>
                      <a:pt x="2162" y="473"/>
                    </a:cubicBezTo>
                    <a:close/>
                    <a:moveTo>
                      <a:pt x="204" y="970"/>
                    </a:moveTo>
                    <a:cubicBezTo>
                      <a:pt x="97" y="970"/>
                      <a:pt x="9" y="1053"/>
                      <a:pt x="5" y="1161"/>
                    </a:cubicBezTo>
                    <a:lnTo>
                      <a:pt x="5" y="1174"/>
                    </a:lnTo>
                    <a:cubicBezTo>
                      <a:pt x="1" y="1280"/>
                      <a:pt x="85" y="1364"/>
                      <a:pt x="196" y="1374"/>
                    </a:cubicBezTo>
                    <a:lnTo>
                      <a:pt x="200" y="1374"/>
                    </a:lnTo>
                    <a:cubicBezTo>
                      <a:pt x="307" y="1374"/>
                      <a:pt x="395" y="1280"/>
                      <a:pt x="400" y="1178"/>
                    </a:cubicBezTo>
                    <a:cubicBezTo>
                      <a:pt x="405" y="1067"/>
                      <a:pt x="320" y="974"/>
                      <a:pt x="214" y="970"/>
                    </a:cubicBezTo>
                    <a:cubicBezTo>
                      <a:pt x="211" y="970"/>
                      <a:pt x="207" y="970"/>
                      <a:pt x="204" y="970"/>
                    </a:cubicBezTo>
                    <a:close/>
                    <a:moveTo>
                      <a:pt x="2312" y="1032"/>
                    </a:moveTo>
                    <a:cubicBezTo>
                      <a:pt x="2206" y="1032"/>
                      <a:pt x="2117" y="1125"/>
                      <a:pt x="2117" y="1237"/>
                    </a:cubicBezTo>
                    <a:cubicBezTo>
                      <a:pt x="2113" y="1343"/>
                      <a:pt x="2202" y="1431"/>
                      <a:pt x="2312" y="1436"/>
                    </a:cubicBezTo>
                    <a:cubicBezTo>
                      <a:pt x="2424" y="1436"/>
                      <a:pt x="2513" y="1347"/>
                      <a:pt x="2513" y="1241"/>
                    </a:cubicBezTo>
                    <a:lnTo>
                      <a:pt x="2513" y="1223"/>
                    </a:lnTo>
                    <a:cubicBezTo>
                      <a:pt x="2513" y="1116"/>
                      <a:pt x="2424" y="1032"/>
                      <a:pt x="2312" y="1032"/>
                    </a:cubicBezTo>
                    <a:close/>
                    <a:moveTo>
                      <a:pt x="377" y="1608"/>
                    </a:moveTo>
                    <a:cubicBezTo>
                      <a:pt x="340" y="1608"/>
                      <a:pt x="301" y="1619"/>
                      <a:pt x="267" y="1640"/>
                    </a:cubicBezTo>
                    <a:cubicBezTo>
                      <a:pt x="178" y="1702"/>
                      <a:pt x="151" y="1822"/>
                      <a:pt x="209" y="1915"/>
                    </a:cubicBezTo>
                    <a:lnTo>
                      <a:pt x="218" y="1929"/>
                    </a:lnTo>
                    <a:cubicBezTo>
                      <a:pt x="258" y="1982"/>
                      <a:pt x="315" y="2013"/>
                      <a:pt x="378" y="2013"/>
                    </a:cubicBezTo>
                    <a:cubicBezTo>
                      <a:pt x="413" y="2013"/>
                      <a:pt x="454" y="1999"/>
                      <a:pt x="489" y="1977"/>
                    </a:cubicBezTo>
                    <a:cubicBezTo>
                      <a:pt x="577" y="1915"/>
                      <a:pt x="599" y="1786"/>
                      <a:pt x="542" y="1698"/>
                    </a:cubicBezTo>
                    <a:cubicBezTo>
                      <a:pt x="503" y="1639"/>
                      <a:pt x="441" y="1608"/>
                      <a:pt x="377" y="1608"/>
                    </a:cubicBezTo>
                    <a:close/>
                    <a:moveTo>
                      <a:pt x="2108" y="1653"/>
                    </a:moveTo>
                    <a:cubicBezTo>
                      <a:pt x="2048" y="1653"/>
                      <a:pt x="1988" y="1681"/>
                      <a:pt x="1949" y="1733"/>
                    </a:cubicBezTo>
                    <a:lnTo>
                      <a:pt x="1939" y="1747"/>
                    </a:lnTo>
                    <a:cubicBezTo>
                      <a:pt x="1873" y="1835"/>
                      <a:pt x="1896" y="1960"/>
                      <a:pt x="1984" y="2022"/>
                    </a:cubicBezTo>
                    <a:cubicBezTo>
                      <a:pt x="2019" y="2048"/>
                      <a:pt x="2060" y="2062"/>
                      <a:pt x="2099" y="2062"/>
                    </a:cubicBezTo>
                    <a:cubicBezTo>
                      <a:pt x="2162" y="2062"/>
                      <a:pt x="2220" y="2030"/>
                      <a:pt x="2259" y="1977"/>
                    </a:cubicBezTo>
                    <a:lnTo>
                      <a:pt x="2264" y="1973"/>
                    </a:lnTo>
                    <a:cubicBezTo>
                      <a:pt x="2330" y="1884"/>
                      <a:pt x="2312" y="1760"/>
                      <a:pt x="2228" y="1694"/>
                    </a:cubicBezTo>
                    <a:cubicBezTo>
                      <a:pt x="2192" y="1666"/>
                      <a:pt x="2150" y="1653"/>
                      <a:pt x="2108" y="1653"/>
                    </a:cubicBezTo>
                    <a:close/>
                    <a:moveTo>
                      <a:pt x="894" y="2017"/>
                    </a:moveTo>
                    <a:cubicBezTo>
                      <a:pt x="814" y="2017"/>
                      <a:pt x="738" y="2067"/>
                      <a:pt x="710" y="2146"/>
                    </a:cubicBezTo>
                    <a:cubicBezTo>
                      <a:pt x="671" y="2248"/>
                      <a:pt x="724" y="2364"/>
                      <a:pt x="826" y="2403"/>
                    </a:cubicBezTo>
                    <a:lnTo>
                      <a:pt x="843" y="2408"/>
                    </a:lnTo>
                    <a:cubicBezTo>
                      <a:pt x="866" y="2417"/>
                      <a:pt x="884" y="2417"/>
                      <a:pt x="906" y="2417"/>
                    </a:cubicBezTo>
                    <a:cubicBezTo>
                      <a:pt x="986" y="2417"/>
                      <a:pt x="1061" y="2364"/>
                      <a:pt x="1093" y="2284"/>
                    </a:cubicBezTo>
                    <a:cubicBezTo>
                      <a:pt x="1128" y="2181"/>
                      <a:pt x="1066" y="2066"/>
                      <a:pt x="964" y="2030"/>
                    </a:cubicBezTo>
                    <a:cubicBezTo>
                      <a:pt x="941" y="2021"/>
                      <a:pt x="917" y="2017"/>
                      <a:pt x="894" y="2017"/>
                    </a:cubicBezTo>
                    <a:close/>
                    <a:moveTo>
                      <a:pt x="1567" y="2038"/>
                    </a:moveTo>
                    <a:cubicBezTo>
                      <a:pt x="1546" y="2038"/>
                      <a:pt x="1525" y="2041"/>
                      <a:pt x="1505" y="2048"/>
                    </a:cubicBezTo>
                    <a:cubicBezTo>
                      <a:pt x="1398" y="2075"/>
                      <a:pt x="1337" y="2186"/>
                      <a:pt x="1363" y="2288"/>
                    </a:cubicBezTo>
                    <a:cubicBezTo>
                      <a:pt x="1390" y="2376"/>
                      <a:pt x="1470" y="2435"/>
                      <a:pt x="1554" y="2435"/>
                    </a:cubicBezTo>
                    <a:cubicBezTo>
                      <a:pt x="1572" y="2435"/>
                      <a:pt x="1589" y="2435"/>
                      <a:pt x="1607" y="2430"/>
                    </a:cubicBezTo>
                    <a:lnTo>
                      <a:pt x="1625" y="2421"/>
                    </a:lnTo>
                    <a:cubicBezTo>
                      <a:pt x="1732" y="2390"/>
                      <a:pt x="1785" y="2284"/>
                      <a:pt x="1753" y="2177"/>
                    </a:cubicBezTo>
                    <a:cubicBezTo>
                      <a:pt x="1728" y="2092"/>
                      <a:pt x="1650" y="2038"/>
                      <a:pt x="1567" y="2038"/>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0"/>
              <p:cNvSpPr/>
              <p:nvPr/>
            </p:nvSpPr>
            <p:spPr>
              <a:xfrm>
                <a:off x="5445961" y="4346939"/>
                <a:ext cx="101027" cy="76356"/>
              </a:xfrm>
              <a:custGeom>
                <a:rect b="b" l="l" r="r" t="t"/>
                <a:pathLst>
                  <a:path extrusionOk="0" h="730" w="729">
                    <a:moveTo>
                      <a:pt x="365" y="0"/>
                    </a:moveTo>
                    <a:cubicBezTo>
                      <a:pt x="165" y="0"/>
                      <a:pt x="1" y="166"/>
                      <a:pt x="1" y="365"/>
                    </a:cubicBezTo>
                    <a:cubicBezTo>
                      <a:pt x="1" y="565"/>
                      <a:pt x="165" y="729"/>
                      <a:pt x="365" y="729"/>
                    </a:cubicBezTo>
                    <a:cubicBezTo>
                      <a:pt x="564" y="729"/>
                      <a:pt x="728" y="565"/>
                      <a:pt x="728" y="365"/>
                    </a:cubicBezTo>
                    <a:cubicBezTo>
                      <a:pt x="728" y="166"/>
                      <a:pt x="564" y="0"/>
                      <a:pt x="365" y="0"/>
                    </a:cubicBezTo>
                    <a:close/>
                  </a:path>
                </a:pathLst>
              </a:custGeom>
              <a:solidFill>
                <a:srgbClr val="1C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p:cNvSpPr/>
              <p:nvPr/>
            </p:nvSpPr>
            <p:spPr>
              <a:xfrm>
                <a:off x="5482963" y="4274557"/>
                <a:ext cx="29657" cy="110560"/>
              </a:xfrm>
              <a:custGeom>
                <a:rect b="b" l="l" r="r" t="t"/>
                <a:pathLst>
                  <a:path extrusionOk="0" h="1057" w="214">
                    <a:moveTo>
                      <a:pt x="107" y="0"/>
                    </a:moveTo>
                    <a:cubicBezTo>
                      <a:pt x="49" y="0"/>
                      <a:pt x="0" y="49"/>
                      <a:pt x="0" y="107"/>
                    </a:cubicBezTo>
                    <a:lnTo>
                      <a:pt x="0" y="950"/>
                    </a:lnTo>
                    <a:cubicBezTo>
                      <a:pt x="0" y="1008"/>
                      <a:pt x="49" y="1057"/>
                      <a:pt x="107" y="1057"/>
                    </a:cubicBezTo>
                    <a:cubicBezTo>
                      <a:pt x="168" y="1057"/>
                      <a:pt x="213" y="1008"/>
                      <a:pt x="213" y="950"/>
                    </a:cubicBezTo>
                    <a:lnTo>
                      <a:pt x="213" y="107"/>
                    </a:lnTo>
                    <a:cubicBezTo>
                      <a:pt x="213" y="49"/>
                      <a:pt x="168" y="0"/>
                      <a:pt x="1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p:cNvSpPr/>
              <p:nvPr/>
            </p:nvSpPr>
            <p:spPr>
              <a:xfrm>
                <a:off x="3579812" y="4212739"/>
                <a:ext cx="479357" cy="362221"/>
              </a:xfrm>
              <a:custGeom>
                <a:rect b="b" l="l" r="r" t="t"/>
                <a:pathLst>
                  <a:path extrusionOk="0" h="3463" w="3459">
                    <a:moveTo>
                      <a:pt x="1731" y="1"/>
                    </a:moveTo>
                    <a:cubicBezTo>
                      <a:pt x="778" y="1"/>
                      <a:pt x="0" y="783"/>
                      <a:pt x="0" y="1732"/>
                    </a:cubicBezTo>
                    <a:cubicBezTo>
                      <a:pt x="0" y="2682"/>
                      <a:pt x="778" y="3463"/>
                      <a:pt x="1731" y="3463"/>
                    </a:cubicBezTo>
                    <a:cubicBezTo>
                      <a:pt x="2682" y="3463"/>
                      <a:pt x="3458" y="2682"/>
                      <a:pt x="3458" y="1732"/>
                    </a:cubicBezTo>
                    <a:cubicBezTo>
                      <a:pt x="3458" y="783"/>
                      <a:pt x="2682" y="1"/>
                      <a:pt x="1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p:cNvSpPr/>
              <p:nvPr/>
            </p:nvSpPr>
            <p:spPr>
              <a:xfrm>
                <a:off x="3646193" y="4262319"/>
                <a:ext cx="348396" cy="254590"/>
              </a:xfrm>
              <a:custGeom>
                <a:rect b="b" l="l" r="r" t="t"/>
                <a:pathLst>
                  <a:path extrusionOk="0" h="2434" w="2514">
                    <a:moveTo>
                      <a:pt x="1004" y="0"/>
                    </a:moveTo>
                    <a:cubicBezTo>
                      <a:pt x="988" y="0"/>
                      <a:pt x="972" y="2"/>
                      <a:pt x="955" y="6"/>
                    </a:cubicBezTo>
                    <a:cubicBezTo>
                      <a:pt x="955" y="6"/>
                      <a:pt x="942" y="6"/>
                      <a:pt x="938" y="11"/>
                    </a:cubicBezTo>
                    <a:cubicBezTo>
                      <a:pt x="836" y="37"/>
                      <a:pt x="778" y="144"/>
                      <a:pt x="805" y="246"/>
                    </a:cubicBezTo>
                    <a:cubicBezTo>
                      <a:pt x="826" y="335"/>
                      <a:pt x="912" y="393"/>
                      <a:pt x="1000" y="393"/>
                    </a:cubicBezTo>
                    <a:cubicBezTo>
                      <a:pt x="1018" y="393"/>
                      <a:pt x="1035" y="393"/>
                      <a:pt x="1049" y="389"/>
                    </a:cubicBezTo>
                    <a:cubicBezTo>
                      <a:pt x="1155" y="362"/>
                      <a:pt x="1221" y="256"/>
                      <a:pt x="1195" y="149"/>
                    </a:cubicBezTo>
                    <a:cubicBezTo>
                      <a:pt x="1172" y="59"/>
                      <a:pt x="1093" y="0"/>
                      <a:pt x="1004" y="0"/>
                    </a:cubicBezTo>
                    <a:close/>
                    <a:moveTo>
                      <a:pt x="1656" y="42"/>
                    </a:moveTo>
                    <a:cubicBezTo>
                      <a:pt x="1579" y="42"/>
                      <a:pt x="1505" y="91"/>
                      <a:pt x="1475" y="166"/>
                    </a:cubicBezTo>
                    <a:cubicBezTo>
                      <a:pt x="1430" y="268"/>
                      <a:pt x="1488" y="389"/>
                      <a:pt x="1586" y="428"/>
                    </a:cubicBezTo>
                    <a:cubicBezTo>
                      <a:pt x="1612" y="437"/>
                      <a:pt x="1639" y="442"/>
                      <a:pt x="1661" y="442"/>
                    </a:cubicBezTo>
                    <a:cubicBezTo>
                      <a:pt x="1741" y="442"/>
                      <a:pt x="1817" y="397"/>
                      <a:pt x="1848" y="322"/>
                    </a:cubicBezTo>
                    <a:cubicBezTo>
                      <a:pt x="1887" y="219"/>
                      <a:pt x="1838" y="104"/>
                      <a:pt x="1737" y="64"/>
                    </a:cubicBezTo>
                    <a:lnTo>
                      <a:pt x="1723" y="55"/>
                    </a:lnTo>
                    <a:cubicBezTo>
                      <a:pt x="1701" y="46"/>
                      <a:pt x="1678" y="42"/>
                      <a:pt x="1656" y="42"/>
                    </a:cubicBezTo>
                    <a:close/>
                    <a:moveTo>
                      <a:pt x="446" y="355"/>
                    </a:moveTo>
                    <a:cubicBezTo>
                      <a:pt x="387" y="355"/>
                      <a:pt x="328" y="380"/>
                      <a:pt x="289" y="428"/>
                    </a:cubicBezTo>
                    <a:lnTo>
                      <a:pt x="281" y="437"/>
                    </a:lnTo>
                    <a:cubicBezTo>
                      <a:pt x="214" y="522"/>
                      <a:pt x="232" y="641"/>
                      <a:pt x="316" y="708"/>
                    </a:cubicBezTo>
                    <a:cubicBezTo>
                      <a:pt x="352" y="739"/>
                      <a:pt x="392" y="752"/>
                      <a:pt x="436" y="752"/>
                    </a:cubicBezTo>
                    <a:cubicBezTo>
                      <a:pt x="498" y="752"/>
                      <a:pt x="556" y="725"/>
                      <a:pt x="596" y="676"/>
                    </a:cubicBezTo>
                    <a:cubicBezTo>
                      <a:pt x="667" y="588"/>
                      <a:pt x="654" y="469"/>
                      <a:pt x="570" y="397"/>
                    </a:cubicBezTo>
                    <a:cubicBezTo>
                      <a:pt x="534" y="369"/>
                      <a:pt x="490" y="355"/>
                      <a:pt x="446" y="355"/>
                    </a:cubicBezTo>
                    <a:close/>
                    <a:moveTo>
                      <a:pt x="2166" y="472"/>
                    </a:moveTo>
                    <a:cubicBezTo>
                      <a:pt x="2129" y="472"/>
                      <a:pt x="2091" y="483"/>
                      <a:pt x="2057" y="504"/>
                    </a:cubicBezTo>
                    <a:cubicBezTo>
                      <a:pt x="1963" y="561"/>
                      <a:pt x="1940" y="686"/>
                      <a:pt x="1994" y="779"/>
                    </a:cubicBezTo>
                    <a:cubicBezTo>
                      <a:pt x="2034" y="841"/>
                      <a:pt x="2096" y="877"/>
                      <a:pt x="2163" y="877"/>
                    </a:cubicBezTo>
                    <a:cubicBezTo>
                      <a:pt x="2198" y="877"/>
                      <a:pt x="2233" y="868"/>
                      <a:pt x="2264" y="846"/>
                    </a:cubicBezTo>
                    <a:cubicBezTo>
                      <a:pt x="2358" y="788"/>
                      <a:pt x="2389" y="668"/>
                      <a:pt x="2336" y="575"/>
                    </a:cubicBezTo>
                    <a:lnTo>
                      <a:pt x="2327" y="561"/>
                    </a:lnTo>
                    <a:cubicBezTo>
                      <a:pt x="2291" y="503"/>
                      <a:pt x="2229" y="472"/>
                      <a:pt x="2166" y="472"/>
                    </a:cubicBezTo>
                    <a:close/>
                    <a:moveTo>
                      <a:pt x="206" y="969"/>
                    </a:moveTo>
                    <a:cubicBezTo>
                      <a:pt x="99" y="969"/>
                      <a:pt x="10" y="1052"/>
                      <a:pt x="6" y="1156"/>
                    </a:cubicBezTo>
                    <a:lnTo>
                      <a:pt x="6" y="1170"/>
                    </a:lnTo>
                    <a:cubicBezTo>
                      <a:pt x="1" y="1280"/>
                      <a:pt x="86" y="1364"/>
                      <a:pt x="197" y="1369"/>
                    </a:cubicBezTo>
                    <a:lnTo>
                      <a:pt x="201" y="1369"/>
                    </a:lnTo>
                    <a:cubicBezTo>
                      <a:pt x="308" y="1369"/>
                      <a:pt x="396" y="1280"/>
                      <a:pt x="400" y="1174"/>
                    </a:cubicBezTo>
                    <a:cubicBezTo>
                      <a:pt x="406" y="1067"/>
                      <a:pt x="320" y="975"/>
                      <a:pt x="214" y="969"/>
                    </a:cubicBezTo>
                    <a:cubicBezTo>
                      <a:pt x="211" y="969"/>
                      <a:pt x="208" y="969"/>
                      <a:pt x="206" y="969"/>
                    </a:cubicBezTo>
                    <a:close/>
                    <a:moveTo>
                      <a:pt x="2313" y="1032"/>
                    </a:moveTo>
                    <a:cubicBezTo>
                      <a:pt x="2207" y="1032"/>
                      <a:pt x="2118" y="1125"/>
                      <a:pt x="2118" y="1231"/>
                    </a:cubicBezTo>
                    <a:cubicBezTo>
                      <a:pt x="2118" y="1342"/>
                      <a:pt x="2203" y="1432"/>
                      <a:pt x="2313" y="1432"/>
                    </a:cubicBezTo>
                    <a:cubicBezTo>
                      <a:pt x="2424" y="1432"/>
                      <a:pt x="2514" y="1347"/>
                      <a:pt x="2514" y="1241"/>
                    </a:cubicBezTo>
                    <a:lnTo>
                      <a:pt x="2514" y="1223"/>
                    </a:lnTo>
                    <a:cubicBezTo>
                      <a:pt x="2514" y="1112"/>
                      <a:pt x="2424" y="1032"/>
                      <a:pt x="2313" y="1032"/>
                    </a:cubicBezTo>
                    <a:close/>
                    <a:moveTo>
                      <a:pt x="377" y="1606"/>
                    </a:moveTo>
                    <a:cubicBezTo>
                      <a:pt x="340" y="1606"/>
                      <a:pt x="302" y="1617"/>
                      <a:pt x="267" y="1640"/>
                    </a:cubicBezTo>
                    <a:cubicBezTo>
                      <a:pt x="179" y="1698"/>
                      <a:pt x="152" y="1821"/>
                      <a:pt x="210" y="1911"/>
                    </a:cubicBezTo>
                    <a:lnTo>
                      <a:pt x="219" y="1924"/>
                    </a:lnTo>
                    <a:cubicBezTo>
                      <a:pt x="259" y="1981"/>
                      <a:pt x="316" y="2008"/>
                      <a:pt x="379" y="2008"/>
                    </a:cubicBezTo>
                    <a:cubicBezTo>
                      <a:pt x="414" y="2008"/>
                      <a:pt x="453" y="1999"/>
                      <a:pt x="490" y="1973"/>
                    </a:cubicBezTo>
                    <a:cubicBezTo>
                      <a:pt x="582" y="1915"/>
                      <a:pt x="600" y="1786"/>
                      <a:pt x="543" y="1698"/>
                    </a:cubicBezTo>
                    <a:cubicBezTo>
                      <a:pt x="503" y="1639"/>
                      <a:pt x="441" y="1606"/>
                      <a:pt x="377" y="1606"/>
                    </a:cubicBezTo>
                    <a:close/>
                    <a:moveTo>
                      <a:pt x="2108" y="1653"/>
                    </a:moveTo>
                    <a:cubicBezTo>
                      <a:pt x="2048" y="1653"/>
                      <a:pt x="1989" y="1679"/>
                      <a:pt x="1950" y="1729"/>
                    </a:cubicBezTo>
                    <a:lnTo>
                      <a:pt x="1940" y="1742"/>
                    </a:lnTo>
                    <a:cubicBezTo>
                      <a:pt x="1879" y="1831"/>
                      <a:pt x="1897" y="1955"/>
                      <a:pt x="1985" y="2022"/>
                    </a:cubicBezTo>
                    <a:cubicBezTo>
                      <a:pt x="2020" y="2048"/>
                      <a:pt x="2061" y="2057"/>
                      <a:pt x="2100" y="2057"/>
                    </a:cubicBezTo>
                    <a:cubicBezTo>
                      <a:pt x="2163" y="2057"/>
                      <a:pt x="2221" y="2030"/>
                      <a:pt x="2260" y="1977"/>
                    </a:cubicBezTo>
                    <a:lnTo>
                      <a:pt x="2264" y="1968"/>
                    </a:lnTo>
                    <a:cubicBezTo>
                      <a:pt x="2331" y="1884"/>
                      <a:pt x="2313" y="1760"/>
                      <a:pt x="2229" y="1694"/>
                    </a:cubicBezTo>
                    <a:cubicBezTo>
                      <a:pt x="2193" y="1666"/>
                      <a:pt x="2150" y="1653"/>
                      <a:pt x="2108" y="1653"/>
                    </a:cubicBezTo>
                    <a:close/>
                    <a:moveTo>
                      <a:pt x="895" y="2017"/>
                    </a:moveTo>
                    <a:cubicBezTo>
                      <a:pt x="814" y="2017"/>
                      <a:pt x="739" y="2067"/>
                      <a:pt x="711" y="2146"/>
                    </a:cubicBezTo>
                    <a:cubicBezTo>
                      <a:pt x="672" y="2248"/>
                      <a:pt x="725" y="2364"/>
                      <a:pt x="826" y="2399"/>
                    </a:cubicBezTo>
                    <a:lnTo>
                      <a:pt x="844" y="2407"/>
                    </a:lnTo>
                    <a:cubicBezTo>
                      <a:pt x="867" y="2413"/>
                      <a:pt x="885" y="2417"/>
                      <a:pt x="906" y="2417"/>
                    </a:cubicBezTo>
                    <a:cubicBezTo>
                      <a:pt x="986" y="2417"/>
                      <a:pt x="1062" y="2364"/>
                      <a:pt x="1093" y="2284"/>
                    </a:cubicBezTo>
                    <a:cubicBezTo>
                      <a:pt x="1129" y="2177"/>
                      <a:pt x="1066" y="2066"/>
                      <a:pt x="965" y="2030"/>
                    </a:cubicBezTo>
                    <a:cubicBezTo>
                      <a:pt x="942" y="2021"/>
                      <a:pt x="918" y="2017"/>
                      <a:pt x="895" y="2017"/>
                    </a:cubicBezTo>
                    <a:close/>
                    <a:moveTo>
                      <a:pt x="1562" y="2036"/>
                    </a:moveTo>
                    <a:cubicBezTo>
                      <a:pt x="1544" y="2036"/>
                      <a:pt x="1525" y="2038"/>
                      <a:pt x="1506" y="2044"/>
                    </a:cubicBezTo>
                    <a:cubicBezTo>
                      <a:pt x="1399" y="2075"/>
                      <a:pt x="1338" y="2181"/>
                      <a:pt x="1364" y="2288"/>
                    </a:cubicBezTo>
                    <a:cubicBezTo>
                      <a:pt x="1391" y="2376"/>
                      <a:pt x="1471" y="2434"/>
                      <a:pt x="1555" y="2434"/>
                    </a:cubicBezTo>
                    <a:cubicBezTo>
                      <a:pt x="1572" y="2434"/>
                      <a:pt x="1590" y="2434"/>
                      <a:pt x="1608" y="2425"/>
                    </a:cubicBezTo>
                    <a:lnTo>
                      <a:pt x="1625" y="2421"/>
                    </a:lnTo>
                    <a:cubicBezTo>
                      <a:pt x="1732" y="2390"/>
                      <a:pt x="1785" y="2279"/>
                      <a:pt x="1754" y="2177"/>
                    </a:cubicBezTo>
                    <a:cubicBezTo>
                      <a:pt x="1729" y="2090"/>
                      <a:pt x="1647" y="2036"/>
                      <a:pt x="1562" y="2036"/>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
              <p:cNvSpPr/>
              <p:nvPr/>
            </p:nvSpPr>
            <p:spPr>
              <a:xfrm>
                <a:off x="3766205" y="4343696"/>
                <a:ext cx="101027" cy="75729"/>
              </a:xfrm>
              <a:custGeom>
                <a:rect b="b" l="l" r="r" t="t"/>
                <a:pathLst>
                  <a:path extrusionOk="0" h="724" w="729">
                    <a:moveTo>
                      <a:pt x="365" y="1"/>
                    </a:moveTo>
                    <a:cubicBezTo>
                      <a:pt x="165" y="1"/>
                      <a:pt x="1" y="160"/>
                      <a:pt x="1" y="365"/>
                    </a:cubicBezTo>
                    <a:cubicBezTo>
                      <a:pt x="1" y="564"/>
                      <a:pt x="165" y="724"/>
                      <a:pt x="365" y="724"/>
                    </a:cubicBezTo>
                    <a:cubicBezTo>
                      <a:pt x="569" y="724"/>
                      <a:pt x="728" y="564"/>
                      <a:pt x="728" y="365"/>
                    </a:cubicBezTo>
                    <a:cubicBezTo>
                      <a:pt x="728" y="160"/>
                      <a:pt x="569" y="1"/>
                      <a:pt x="365" y="1"/>
                    </a:cubicBezTo>
                    <a:close/>
                  </a:path>
                </a:pathLst>
              </a:custGeom>
              <a:solidFill>
                <a:srgbClr val="1C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0"/>
              <p:cNvSpPr/>
              <p:nvPr/>
            </p:nvSpPr>
            <p:spPr>
              <a:xfrm>
                <a:off x="3803206" y="4271314"/>
                <a:ext cx="30211" cy="110560"/>
              </a:xfrm>
              <a:custGeom>
                <a:rect b="b" l="l" r="r" t="t"/>
                <a:pathLst>
                  <a:path extrusionOk="0" h="1057" w="218">
                    <a:moveTo>
                      <a:pt x="107" y="0"/>
                    </a:moveTo>
                    <a:cubicBezTo>
                      <a:pt x="49" y="0"/>
                      <a:pt x="0" y="49"/>
                      <a:pt x="0" y="107"/>
                    </a:cubicBezTo>
                    <a:lnTo>
                      <a:pt x="0" y="946"/>
                    </a:lnTo>
                    <a:cubicBezTo>
                      <a:pt x="0" y="1008"/>
                      <a:pt x="49" y="1057"/>
                      <a:pt x="107" y="1057"/>
                    </a:cubicBezTo>
                    <a:cubicBezTo>
                      <a:pt x="168" y="1057"/>
                      <a:pt x="217" y="1008"/>
                      <a:pt x="217" y="946"/>
                    </a:cubicBezTo>
                    <a:lnTo>
                      <a:pt x="217" y="107"/>
                    </a:lnTo>
                    <a:cubicBezTo>
                      <a:pt x="217" y="49"/>
                      <a:pt x="168" y="0"/>
                      <a:pt x="1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a:off x="5398566" y="4754141"/>
                <a:ext cx="726588" cy="16317"/>
              </a:xfrm>
              <a:custGeom>
                <a:rect b="b" l="l" r="r" t="t"/>
                <a:pathLst>
                  <a:path extrusionOk="0" h="156" w="5243">
                    <a:moveTo>
                      <a:pt x="1" y="1"/>
                    </a:moveTo>
                    <a:lnTo>
                      <a:pt x="1" y="155"/>
                    </a:lnTo>
                    <a:lnTo>
                      <a:pt x="5243" y="155"/>
                    </a:lnTo>
                    <a:lnTo>
                      <a:pt x="524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
              <p:cNvSpPr/>
              <p:nvPr/>
            </p:nvSpPr>
            <p:spPr>
              <a:xfrm>
                <a:off x="5398566" y="4836773"/>
                <a:ext cx="726588" cy="16317"/>
              </a:xfrm>
              <a:custGeom>
                <a:rect b="b" l="l" r="r" t="t"/>
                <a:pathLst>
                  <a:path extrusionOk="0" h="156" w="5243">
                    <a:moveTo>
                      <a:pt x="1" y="0"/>
                    </a:moveTo>
                    <a:lnTo>
                      <a:pt x="1" y="156"/>
                    </a:lnTo>
                    <a:lnTo>
                      <a:pt x="5243" y="156"/>
                    </a:lnTo>
                    <a:lnTo>
                      <a:pt x="524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10"/>
              <p:cNvGrpSpPr/>
              <p:nvPr/>
            </p:nvGrpSpPr>
            <p:grpSpPr>
              <a:xfrm>
                <a:off x="311626" y="3246656"/>
                <a:ext cx="2659372" cy="2357382"/>
                <a:chOff x="353753" y="2790099"/>
                <a:chExt cx="3269854" cy="2898539"/>
              </a:xfrm>
            </p:grpSpPr>
            <p:sp>
              <p:nvSpPr>
                <p:cNvPr id="134" name="Google Shape;134;p10"/>
                <p:cNvSpPr/>
                <p:nvPr/>
              </p:nvSpPr>
              <p:spPr>
                <a:xfrm>
                  <a:off x="353753" y="2790099"/>
                  <a:ext cx="3269854" cy="2898539"/>
                </a:xfrm>
                <a:custGeom>
                  <a:rect b="b" l="l" r="r" t="t"/>
                  <a:pathLst>
                    <a:path extrusionOk="0" h="20916" w="23595">
                      <a:moveTo>
                        <a:pt x="11792" y="2302"/>
                      </a:moveTo>
                      <a:cubicBezTo>
                        <a:pt x="15124" y="2302"/>
                        <a:pt x="18260" y="4362"/>
                        <a:pt x="19463" y="7670"/>
                      </a:cubicBezTo>
                      <a:cubicBezTo>
                        <a:pt x="20999" y="11896"/>
                        <a:pt x="18811" y="16587"/>
                        <a:pt x="14585" y="18123"/>
                      </a:cubicBezTo>
                      <a:cubicBezTo>
                        <a:pt x="13668" y="18456"/>
                        <a:pt x="12730" y="18614"/>
                        <a:pt x="11807" y="18614"/>
                      </a:cubicBezTo>
                      <a:cubicBezTo>
                        <a:pt x="8471" y="18614"/>
                        <a:pt x="5335" y="16553"/>
                        <a:pt x="4132" y="13240"/>
                      </a:cubicBezTo>
                      <a:cubicBezTo>
                        <a:pt x="2597" y="9016"/>
                        <a:pt x="4785" y="4329"/>
                        <a:pt x="9015" y="2793"/>
                      </a:cubicBezTo>
                      <a:cubicBezTo>
                        <a:pt x="9931" y="2460"/>
                        <a:pt x="10869" y="2302"/>
                        <a:pt x="11792" y="2302"/>
                      </a:cubicBezTo>
                      <a:close/>
                      <a:moveTo>
                        <a:pt x="11797" y="1"/>
                      </a:moveTo>
                      <a:cubicBezTo>
                        <a:pt x="10612" y="1"/>
                        <a:pt x="9407" y="204"/>
                        <a:pt x="8229" y="632"/>
                      </a:cubicBezTo>
                      <a:cubicBezTo>
                        <a:pt x="2801" y="2602"/>
                        <a:pt x="0" y="8602"/>
                        <a:pt x="1971" y="14027"/>
                      </a:cubicBezTo>
                      <a:cubicBezTo>
                        <a:pt x="3517" y="18276"/>
                        <a:pt x="7529" y="20915"/>
                        <a:pt x="11802" y="20915"/>
                      </a:cubicBezTo>
                      <a:cubicBezTo>
                        <a:pt x="12987" y="20915"/>
                        <a:pt x="14192" y="20712"/>
                        <a:pt x="15370" y="20285"/>
                      </a:cubicBezTo>
                      <a:cubicBezTo>
                        <a:pt x="20794" y="18310"/>
                        <a:pt x="23595" y="12314"/>
                        <a:pt x="21624" y="6885"/>
                      </a:cubicBezTo>
                      <a:cubicBezTo>
                        <a:pt x="20081" y="2639"/>
                        <a:pt x="16069" y="1"/>
                        <a:pt x="11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
                <p:cNvSpPr/>
                <p:nvPr/>
              </p:nvSpPr>
              <p:spPr>
                <a:xfrm>
                  <a:off x="759660" y="3615075"/>
                  <a:ext cx="2424778" cy="1240845"/>
                </a:xfrm>
                <a:custGeom>
                  <a:rect b="b" l="l" r="r" t="t"/>
                  <a:pathLst>
                    <a:path extrusionOk="0" h="8954" w="17497">
                      <a:moveTo>
                        <a:pt x="16409" y="1"/>
                      </a:moveTo>
                      <a:cubicBezTo>
                        <a:pt x="16294" y="1"/>
                        <a:pt x="16177" y="20"/>
                        <a:pt x="16063" y="62"/>
                      </a:cubicBezTo>
                      <a:lnTo>
                        <a:pt x="787" y="5615"/>
                      </a:lnTo>
                      <a:cubicBezTo>
                        <a:pt x="277" y="5801"/>
                        <a:pt x="1" y="6355"/>
                        <a:pt x="183" y="6844"/>
                      </a:cubicBezTo>
                      <a:cubicBezTo>
                        <a:pt x="321" y="7226"/>
                        <a:pt x="690" y="7461"/>
                        <a:pt x="1087" y="7461"/>
                      </a:cubicBezTo>
                      <a:cubicBezTo>
                        <a:pt x="1202" y="7461"/>
                        <a:pt x="1320" y="7441"/>
                        <a:pt x="1434" y="7399"/>
                      </a:cubicBezTo>
                      <a:lnTo>
                        <a:pt x="3032" y="6822"/>
                      </a:lnTo>
                      <a:cubicBezTo>
                        <a:pt x="3218" y="6755"/>
                        <a:pt x="3407" y="6723"/>
                        <a:pt x="3592" y="6723"/>
                      </a:cubicBezTo>
                      <a:cubicBezTo>
                        <a:pt x="4229" y="6723"/>
                        <a:pt x="4819" y="7098"/>
                        <a:pt x="5038" y="7709"/>
                      </a:cubicBezTo>
                      <a:lnTo>
                        <a:pt x="5070" y="7785"/>
                      </a:lnTo>
                      <a:cubicBezTo>
                        <a:pt x="5331" y="8508"/>
                        <a:pt x="6033" y="8953"/>
                        <a:pt x="6787" y="8953"/>
                      </a:cubicBezTo>
                      <a:cubicBezTo>
                        <a:pt x="7005" y="8953"/>
                        <a:pt x="7227" y="8916"/>
                        <a:pt x="7444" y="8837"/>
                      </a:cubicBezTo>
                      <a:lnTo>
                        <a:pt x="12047" y="7164"/>
                      </a:lnTo>
                      <a:cubicBezTo>
                        <a:pt x="13019" y="6813"/>
                        <a:pt x="13533" y="5761"/>
                        <a:pt x="13196" y="4833"/>
                      </a:cubicBezTo>
                      <a:lnTo>
                        <a:pt x="13121" y="4630"/>
                      </a:lnTo>
                      <a:cubicBezTo>
                        <a:pt x="12859" y="3911"/>
                        <a:pt x="13254" y="3106"/>
                        <a:pt x="14004" y="2836"/>
                      </a:cubicBezTo>
                      <a:lnTo>
                        <a:pt x="16712" y="1851"/>
                      </a:lnTo>
                      <a:cubicBezTo>
                        <a:pt x="17222" y="1664"/>
                        <a:pt x="17497" y="1109"/>
                        <a:pt x="17320" y="617"/>
                      </a:cubicBezTo>
                      <a:cubicBezTo>
                        <a:pt x="17178" y="238"/>
                        <a:pt x="16807" y="1"/>
                        <a:pt x="164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0"/>
              <p:cNvSpPr/>
              <p:nvPr/>
            </p:nvSpPr>
            <p:spPr>
              <a:xfrm>
                <a:off x="3268016" y="4754141"/>
                <a:ext cx="726588" cy="16317"/>
              </a:xfrm>
              <a:custGeom>
                <a:rect b="b" l="l" r="r" t="t"/>
                <a:pathLst>
                  <a:path extrusionOk="0" h="156" w="5243">
                    <a:moveTo>
                      <a:pt x="1" y="1"/>
                    </a:moveTo>
                    <a:lnTo>
                      <a:pt x="1" y="155"/>
                    </a:lnTo>
                    <a:lnTo>
                      <a:pt x="5243" y="155"/>
                    </a:lnTo>
                    <a:lnTo>
                      <a:pt x="524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
              <p:cNvSpPr/>
              <p:nvPr/>
            </p:nvSpPr>
            <p:spPr>
              <a:xfrm>
                <a:off x="3268016" y="4836773"/>
                <a:ext cx="726588" cy="16317"/>
              </a:xfrm>
              <a:custGeom>
                <a:rect b="b" l="l" r="r" t="t"/>
                <a:pathLst>
                  <a:path extrusionOk="0" h="156" w="5243">
                    <a:moveTo>
                      <a:pt x="1" y="0"/>
                    </a:moveTo>
                    <a:lnTo>
                      <a:pt x="1" y="156"/>
                    </a:lnTo>
                    <a:lnTo>
                      <a:pt x="5243" y="156"/>
                    </a:lnTo>
                    <a:lnTo>
                      <a:pt x="524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8" name="Google Shape;138;p10"/>
          <p:cNvSpPr/>
          <p:nvPr/>
        </p:nvSpPr>
        <p:spPr>
          <a:xfrm rot="-2046914">
            <a:off x="-7837653" y="-4105986"/>
            <a:ext cx="10349659" cy="8211979"/>
          </a:xfrm>
          <a:prstGeom prst="ellipse">
            <a:avLst/>
          </a:prstGeom>
          <a:solidFill>
            <a:srgbClr val="336574">
              <a:alpha val="12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9" name="Shape 139"/>
        <p:cNvGrpSpPr/>
        <p:nvPr/>
      </p:nvGrpSpPr>
      <p:grpSpPr>
        <a:xfrm>
          <a:off x="0" y="0"/>
          <a:ext cx="0" cy="0"/>
          <a:chOff x="0" y="0"/>
          <a:chExt cx="0" cy="0"/>
        </a:xfrm>
      </p:grpSpPr>
      <p:sp>
        <p:nvSpPr>
          <p:cNvPr id="140" name="Google Shape;140;p11"/>
          <p:cNvSpPr/>
          <p:nvPr/>
        </p:nvSpPr>
        <p:spPr>
          <a:xfrm rot="-2046914">
            <a:off x="7154697" y="-1044372"/>
            <a:ext cx="10349659" cy="8211979"/>
          </a:xfrm>
          <a:prstGeom prst="ellipse">
            <a:avLst/>
          </a:prstGeom>
          <a:solidFill>
            <a:srgbClr val="FFFFFF">
              <a:alpha val="6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
          <p:cNvSpPr/>
          <p:nvPr/>
        </p:nvSpPr>
        <p:spPr>
          <a:xfrm rot="-2046914">
            <a:off x="-7837653" y="-4073147"/>
            <a:ext cx="10349659" cy="8211979"/>
          </a:xfrm>
          <a:prstGeom prst="ellipse">
            <a:avLst/>
          </a:prstGeom>
          <a:solidFill>
            <a:srgbClr val="336574">
              <a:alpha val="12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a:off x="7609560" y="4513643"/>
            <a:ext cx="62529" cy="503891"/>
          </a:xfrm>
          <a:custGeom>
            <a:rect b="b" l="l" r="r" t="t"/>
            <a:pathLst>
              <a:path extrusionOk="0" h="3441" w="427">
                <a:moveTo>
                  <a:pt x="1" y="1"/>
                </a:moveTo>
                <a:lnTo>
                  <a:pt x="1" y="3227"/>
                </a:lnTo>
                <a:cubicBezTo>
                  <a:pt x="1" y="3347"/>
                  <a:pt x="99" y="3440"/>
                  <a:pt x="214" y="3440"/>
                </a:cubicBezTo>
                <a:cubicBezTo>
                  <a:pt x="334" y="3440"/>
                  <a:pt x="427" y="3347"/>
                  <a:pt x="427" y="3227"/>
                </a:cubicBezTo>
                <a:lnTo>
                  <a:pt x="4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a:off x="7486262" y="4830089"/>
            <a:ext cx="321723" cy="171185"/>
          </a:xfrm>
          <a:custGeom>
            <a:rect b="b" l="l" r="r" t="t"/>
            <a:pathLst>
              <a:path extrusionOk="0" h="1169" w="2197">
                <a:moveTo>
                  <a:pt x="58" y="1"/>
                </a:moveTo>
                <a:cubicBezTo>
                  <a:pt x="27" y="1"/>
                  <a:pt x="0" y="28"/>
                  <a:pt x="0" y="64"/>
                </a:cubicBezTo>
                <a:lnTo>
                  <a:pt x="0" y="1107"/>
                </a:lnTo>
                <a:cubicBezTo>
                  <a:pt x="0" y="1142"/>
                  <a:pt x="27" y="1168"/>
                  <a:pt x="58" y="1168"/>
                </a:cubicBezTo>
                <a:lnTo>
                  <a:pt x="2139" y="1168"/>
                </a:lnTo>
                <a:cubicBezTo>
                  <a:pt x="2170" y="1168"/>
                  <a:pt x="2196" y="1142"/>
                  <a:pt x="2196" y="1107"/>
                </a:cubicBezTo>
                <a:lnTo>
                  <a:pt x="2196" y="64"/>
                </a:lnTo>
                <a:cubicBezTo>
                  <a:pt x="2196" y="28"/>
                  <a:pt x="2170" y="1"/>
                  <a:pt x="2139" y="1"/>
                </a:cubicBezTo>
                <a:lnTo>
                  <a:pt x="2037" y="1"/>
                </a:lnTo>
                <a:lnTo>
                  <a:pt x="2037" y="1027"/>
                </a:lnTo>
                <a:lnTo>
                  <a:pt x="160" y="1027"/>
                </a:lnTo>
                <a:lnTo>
                  <a:pt x="1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a:off x="7483479" y="4724217"/>
            <a:ext cx="331095" cy="22258"/>
          </a:xfrm>
          <a:custGeom>
            <a:rect b="b" l="l" r="r" t="t"/>
            <a:pathLst>
              <a:path extrusionOk="0" h="152" w="2261">
                <a:moveTo>
                  <a:pt x="15" y="1"/>
                </a:moveTo>
                <a:cubicBezTo>
                  <a:pt x="5" y="1"/>
                  <a:pt x="1" y="5"/>
                  <a:pt x="1" y="9"/>
                </a:cubicBezTo>
                <a:lnTo>
                  <a:pt x="1" y="152"/>
                </a:lnTo>
                <a:lnTo>
                  <a:pt x="2260" y="152"/>
                </a:lnTo>
                <a:lnTo>
                  <a:pt x="2260" y="9"/>
                </a:lnTo>
                <a:cubicBezTo>
                  <a:pt x="2260" y="5"/>
                  <a:pt x="2256"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a:off x="7505737" y="4761411"/>
            <a:ext cx="286578" cy="181290"/>
          </a:xfrm>
          <a:custGeom>
            <a:rect b="b" l="l" r="r" t="t"/>
            <a:pathLst>
              <a:path extrusionOk="0" h="1238" w="1957">
                <a:moveTo>
                  <a:pt x="0" y="0"/>
                </a:moveTo>
                <a:lnTo>
                  <a:pt x="0" y="1198"/>
                </a:lnTo>
                <a:cubicBezTo>
                  <a:pt x="0" y="1220"/>
                  <a:pt x="17" y="1238"/>
                  <a:pt x="40" y="1238"/>
                </a:cubicBezTo>
                <a:lnTo>
                  <a:pt x="1918" y="1238"/>
                </a:lnTo>
                <a:cubicBezTo>
                  <a:pt x="1940" y="1238"/>
                  <a:pt x="1957" y="1220"/>
                  <a:pt x="1957" y="1198"/>
                </a:cubicBezTo>
                <a:lnTo>
                  <a:pt x="19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a:off x="7483479" y="4746328"/>
            <a:ext cx="331095" cy="15229"/>
          </a:xfrm>
          <a:custGeom>
            <a:rect b="b" l="l" r="r" t="t"/>
            <a:pathLst>
              <a:path extrusionOk="0" h="104" w="2261">
                <a:moveTo>
                  <a:pt x="1" y="1"/>
                </a:moveTo>
                <a:lnTo>
                  <a:pt x="152" y="103"/>
                </a:lnTo>
                <a:lnTo>
                  <a:pt x="2109" y="103"/>
                </a:lnTo>
                <a:lnTo>
                  <a:pt x="22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a:off x="6098496" y="4513643"/>
            <a:ext cx="62529" cy="503891"/>
          </a:xfrm>
          <a:custGeom>
            <a:rect b="b" l="l" r="r" t="t"/>
            <a:pathLst>
              <a:path extrusionOk="0" h="3441" w="427">
                <a:moveTo>
                  <a:pt x="1" y="1"/>
                </a:moveTo>
                <a:lnTo>
                  <a:pt x="1" y="3227"/>
                </a:lnTo>
                <a:cubicBezTo>
                  <a:pt x="1" y="3347"/>
                  <a:pt x="94" y="3440"/>
                  <a:pt x="214" y="3440"/>
                </a:cubicBezTo>
                <a:cubicBezTo>
                  <a:pt x="329" y="3440"/>
                  <a:pt x="427" y="3347"/>
                  <a:pt x="427" y="3227"/>
                </a:cubicBezTo>
                <a:lnTo>
                  <a:pt x="4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a:off x="5974466" y="4830089"/>
            <a:ext cx="322455" cy="171185"/>
          </a:xfrm>
          <a:custGeom>
            <a:rect b="b" l="l" r="r" t="t"/>
            <a:pathLst>
              <a:path extrusionOk="0" h="1169" w="2202">
                <a:moveTo>
                  <a:pt x="62" y="1"/>
                </a:moveTo>
                <a:cubicBezTo>
                  <a:pt x="27" y="1"/>
                  <a:pt x="0" y="28"/>
                  <a:pt x="0" y="64"/>
                </a:cubicBezTo>
                <a:lnTo>
                  <a:pt x="0" y="1107"/>
                </a:lnTo>
                <a:cubicBezTo>
                  <a:pt x="0" y="1142"/>
                  <a:pt x="27" y="1168"/>
                  <a:pt x="62" y="1168"/>
                </a:cubicBezTo>
                <a:lnTo>
                  <a:pt x="2139" y="1168"/>
                </a:lnTo>
                <a:cubicBezTo>
                  <a:pt x="2175" y="1168"/>
                  <a:pt x="2202" y="1142"/>
                  <a:pt x="2202" y="1107"/>
                </a:cubicBezTo>
                <a:lnTo>
                  <a:pt x="2202" y="64"/>
                </a:lnTo>
                <a:cubicBezTo>
                  <a:pt x="2202" y="28"/>
                  <a:pt x="2175" y="1"/>
                  <a:pt x="2139" y="1"/>
                </a:cubicBezTo>
                <a:lnTo>
                  <a:pt x="2042" y="1"/>
                </a:lnTo>
                <a:lnTo>
                  <a:pt x="2042" y="1027"/>
                </a:lnTo>
                <a:lnTo>
                  <a:pt x="160" y="1027"/>
                </a:lnTo>
                <a:lnTo>
                  <a:pt x="1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a:off x="5972562" y="4724217"/>
            <a:ext cx="330217" cy="22258"/>
          </a:xfrm>
          <a:custGeom>
            <a:rect b="b" l="l" r="r" t="t"/>
            <a:pathLst>
              <a:path extrusionOk="0" h="152" w="2255">
                <a:moveTo>
                  <a:pt x="9" y="1"/>
                </a:moveTo>
                <a:cubicBezTo>
                  <a:pt x="4" y="1"/>
                  <a:pt x="0" y="5"/>
                  <a:pt x="0" y="9"/>
                </a:cubicBezTo>
                <a:lnTo>
                  <a:pt x="0" y="152"/>
                </a:lnTo>
                <a:lnTo>
                  <a:pt x="2254" y="152"/>
                </a:lnTo>
                <a:lnTo>
                  <a:pt x="2254" y="9"/>
                </a:lnTo>
                <a:cubicBezTo>
                  <a:pt x="2254" y="5"/>
                  <a:pt x="2250"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a:off x="5994527" y="4761411"/>
            <a:ext cx="286139" cy="181290"/>
          </a:xfrm>
          <a:custGeom>
            <a:rect b="b" l="l" r="r" t="t"/>
            <a:pathLst>
              <a:path extrusionOk="0" h="1238" w="1954">
                <a:moveTo>
                  <a:pt x="0" y="0"/>
                </a:moveTo>
                <a:lnTo>
                  <a:pt x="0" y="1198"/>
                </a:lnTo>
                <a:cubicBezTo>
                  <a:pt x="0" y="1220"/>
                  <a:pt x="19" y="1238"/>
                  <a:pt x="37" y="1238"/>
                </a:cubicBezTo>
                <a:lnTo>
                  <a:pt x="1918" y="1238"/>
                </a:lnTo>
                <a:cubicBezTo>
                  <a:pt x="1940" y="1238"/>
                  <a:pt x="1954" y="1220"/>
                  <a:pt x="1954" y="1198"/>
                </a:cubicBezTo>
                <a:lnTo>
                  <a:pt x="195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a:off x="5972562" y="4746328"/>
            <a:ext cx="330217" cy="15229"/>
          </a:xfrm>
          <a:custGeom>
            <a:rect b="b" l="l" r="r" t="t"/>
            <a:pathLst>
              <a:path extrusionOk="0" h="104" w="2255">
                <a:moveTo>
                  <a:pt x="0" y="1"/>
                </a:moveTo>
                <a:lnTo>
                  <a:pt x="150" y="103"/>
                </a:lnTo>
                <a:lnTo>
                  <a:pt x="2104" y="103"/>
                </a:lnTo>
                <a:lnTo>
                  <a:pt x="22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a:off x="2966543" y="4513643"/>
            <a:ext cx="62529" cy="503891"/>
          </a:xfrm>
          <a:custGeom>
            <a:rect b="b" l="l" r="r" t="t"/>
            <a:pathLst>
              <a:path extrusionOk="0" h="3441" w="427">
                <a:moveTo>
                  <a:pt x="1" y="1"/>
                </a:moveTo>
                <a:lnTo>
                  <a:pt x="1" y="3227"/>
                </a:lnTo>
                <a:cubicBezTo>
                  <a:pt x="1" y="3347"/>
                  <a:pt x="98" y="3440"/>
                  <a:pt x="214" y="3440"/>
                </a:cubicBezTo>
                <a:cubicBezTo>
                  <a:pt x="333" y="3440"/>
                  <a:pt x="427" y="3347"/>
                  <a:pt x="427" y="3227"/>
                </a:cubicBezTo>
                <a:lnTo>
                  <a:pt x="4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a:off x="2842952" y="4830089"/>
            <a:ext cx="322602" cy="171185"/>
          </a:xfrm>
          <a:custGeom>
            <a:rect b="b" l="l" r="r" t="t"/>
            <a:pathLst>
              <a:path extrusionOk="0" h="1169" w="2203">
                <a:moveTo>
                  <a:pt x="58" y="1"/>
                </a:moveTo>
                <a:cubicBezTo>
                  <a:pt x="28" y="1"/>
                  <a:pt x="1" y="28"/>
                  <a:pt x="1" y="64"/>
                </a:cubicBezTo>
                <a:lnTo>
                  <a:pt x="1" y="1107"/>
                </a:lnTo>
                <a:cubicBezTo>
                  <a:pt x="1" y="1142"/>
                  <a:pt x="28" y="1168"/>
                  <a:pt x="58" y="1168"/>
                </a:cubicBezTo>
                <a:lnTo>
                  <a:pt x="2140" y="1168"/>
                </a:lnTo>
                <a:cubicBezTo>
                  <a:pt x="2176" y="1168"/>
                  <a:pt x="2203" y="1142"/>
                  <a:pt x="2203" y="1107"/>
                </a:cubicBezTo>
                <a:lnTo>
                  <a:pt x="2203" y="64"/>
                </a:lnTo>
                <a:cubicBezTo>
                  <a:pt x="2203" y="28"/>
                  <a:pt x="2176" y="1"/>
                  <a:pt x="2140" y="1"/>
                </a:cubicBezTo>
                <a:lnTo>
                  <a:pt x="2039" y="1"/>
                </a:lnTo>
                <a:lnTo>
                  <a:pt x="2039" y="1027"/>
                </a:lnTo>
                <a:lnTo>
                  <a:pt x="161" y="1027"/>
                </a:lnTo>
                <a:lnTo>
                  <a:pt x="1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a:off x="2841195" y="4724217"/>
            <a:ext cx="330217" cy="22258"/>
          </a:xfrm>
          <a:custGeom>
            <a:rect b="b" l="l" r="r" t="t"/>
            <a:pathLst>
              <a:path extrusionOk="0" h="152" w="2255">
                <a:moveTo>
                  <a:pt x="9" y="1"/>
                </a:moveTo>
                <a:cubicBezTo>
                  <a:pt x="4" y="1"/>
                  <a:pt x="0" y="5"/>
                  <a:pt x="0" y="9"/>
                </a:cubicBezTo>
                <a:lnTo>
                  <a:pt x="0" y="152"/>
                </a:lnTo>
                <a:lnTo>
                  <a:pt x="2254" y="152"/>
                </a:lnTo>
                <a:lnTo>
                  <a:pt x="2254" y="9"/>
                </a:lnTo>
                <a:cubicBezTo>
                  <a:pt x="2254" y="5"/>
                  <a:pt x="2250" y="1"/>
                  <a:pt x="2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a:off x="2862574" y="4761411"/>
            <a:ext cx="286725" cy="181290"/>
          </a:xfrm>
          <a:custGeom>
            <a:rect b="b" l="l" r="r" t="t"/>
            <a:pathLst>
              <a:path extrusionOk="0" h="1238" w="1958">
                <a:moveTo>
                  <a:pt x="0" y="0"/>
                </a:moveTo>
                <a:lnTo>
                  <a:pt x="0" y="1198"/>
                </a:lnTo>
                <a:cubicBezTo>
                  <a:pt x="0" y="1220"/>
                  <a:pt x="18" y="1238"/>
                  <a:pt x="41" y="1238"/>
                </a:cubicBezTo>
                <a:lnTo>
                  <a:pt x="1917" y="1238"/>
                </a:lnTo>
                <a:cubicBezTo>
                  <a:pt x="1940" y="1238"/>
                  <a:pt x="1958" y="1220"/>
                  <a:pt x="1958" y="1198"/>
                </a:cubicBezTo>
                <a:lnTo>
                  <a:pt x="19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a:off x="2841195" y="4746328"/>
            <a:ext cx="330217" cy="15229"/>
          </a:xfrm>
          <a:custGeom>
            <a:rect b="b" l="l" r="r" t="t"/>
            <a:pathLst>
              <a:path extrusionOk="0" h="104" w="2255">
                <a:moveTo>
                  <a:pt x="0" y="1"/>
                </a:moveTo>
                <a:lnTo>
                  <a:pt x="146" y="103"/>
                </a:lnTo>
                <a:lnTo>
                  <a:pt x="2104" y="103"/>
                </a:lnTo>
                <a:lnTo>
                  <a:pt x="22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a:off x="1455333" y="4513643"/>
            <a:ext cx="62529" cy="503891"/>
          </a:xfrm>
          <a:custGeom>
            <a:rect b="b" l="l" r="r" t="t"/>
            <a:pathLst>
              <a:path extrusionOk="0" h="3441" w="427">
                <a:moveTo>
                  <a:pt x="1" y="1"/>
                </a:moveTo>
                <a:lnTo>
                  <a:pt x="1" y="3227"/>
                </a:lnTo>
                <a:cubicBezTo>
                  <a:pt x="1" y="3347"/>
                  <a:pt x="95" y="3440"/>
                  <a:pt x="214" y="3440"/>
                </a:cubicBezTo>
                <a:cubicBezTo>
                  <a:pt x="330" y="3440"/>
                  <a:pt x="427" y="3347"/>
                  <a:pt x="427" y="3227"/>
                </a:cubicBezTo>
                <a:lnTo>
                  <a:pt x="4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1331156" y="4830089"/>
            <a:ext cx="322602" cy="171185"/>
          </a:xfrm>
          <a:custGeom>
            <a:rect b="b" l="l" r="r" t="t"/>
            <a:pathLst>
              <a:path extrusionOk="0" h="1169" w="2203">
                <a:moveTo>
                  <a:pt x="64" y="1"/>
                </a:moveTo>
                <a:cubicBezTo>
                  <a:pt x="28" y="1"/>
                  <a:pt x="1" y="28"/>
                  <a:pt x="1" y="64"/>
                </a:cubicBezTo>
                <a:lnTo>
                  <a:pt x="1" y="1107"/>
                </a:lnTo>
                <a:cubicBezTo>
                  <a:pt x="1" y="1142"/>
                  <a:pt x="28" y="1168"/>
                  <a:pt x="64" y="1168"/>
                </a:cubicBezTo>
                <a:lnTo>
                  <a:pt x="2145" y="1168"/>
                </a:lnTo>
                <a:cubicBezTo>
                  <a:pt x="2176" y="1168"/>
                  <a:pt x="2203" y="1142"/>
                  <a:pt x="2203" y="1107"/>
                </a:cubicBezTo>
                <a:lnTo>
                  <a:pt x="2203" y="64"/>
                </a:lnTo>
                <a:cubicBezTo>
                  <a:pt x="2203" y="28"/>
                  <a:pt x="2176" y="1"/>
                  <a:pt x="2145" y="1"/>
                </a:cubicBezTo>
                <a:lnTo>
                  <a:pt x="2043" y="1"/>
                </a:lnTo>
                <a:lnTo>
                  <a:pt x="2043" y="1027"/>
                </a:lnTo>
                <a:lnTo>
                  <a:pt x="166" y="1027"/>
                </a:lnTo>
                <a:lnTo>
                  <a:pt x="1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p:nvPr/>
        </p:nvSpPr>
        <p:spPr>
          <a:xfrm>
            <a:off x="1329399" y="4724217"/>
            <a:ext cx="330363" cy="22258"/>
          </a:xfrm>
          <a:custGeom>
            <a:rect b="b" l="l" r="r" t="t"/>
            <a:pathLst>
              <a:path extrusionOk="0" h="152" w="2256">
                <a:moveTo>
                  <a:pt x="13" y="1"/>
                </a:moveTo>
                <a:cubicBezTo>
                  <a:pt x="4" y="1"/>
                  <a:pt x="0" y="5"/>
                  <a:pt x="0" y="9"/>
                </a:cubicBezTo>
                <a:lnTo>
                  <a:pt x="0" y="152"/>
                </a:lnTo>
                <a:lnTo>
                  <a:pt x="2255" y="152"/>
                </a:lnTo>
                <a:lnTo>
                  <a:pt x="2255" y="9"/>
                </a:lnTo>
                <a:cubicBezTo>
                  <a:pt x="2255" y="5"/>
                  <a:pt x="2250"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1"/>
          <p:cNvSpPr/>
          <p:nvPr/>
        </p:nvSpPr>
        <p:spPr>
          <a:xfrm>
            <a:off x="1351510" y="4761411"/>
            <a:ext cx="286725" cy="181290"/>
          </a:xfrm>
          <a:custGeom>
            <a:rect b="b" l="l" r="r" t="t"/>
            <a:pathLst>
              <a:path extrusionOk="0" h="1238" w="1958">
                <a:moveTo>
                  <a:pt x="0" y="0"/>
                </a:moveTo>
                <a:lnTo>
                  <a:pt x="0" y="1198"/>
                </a:lnTo>
                <a:cubicBezTo>
                  <a:pt x="0" y="1220"/>
                  <a:pt x="17" y="1238"/>
                  <a:pt x="40" y="1238"/>
                </a:cubicBezTo>
                <a:lnTo>
                  <a:pt x="1918" y="1238"/>
                </a:lnTo>
                <a:cubicBezTo>
                  <a:pt x="1939" y="1238"/>
                  <a:pt x="1957" y="1220"/>
                  <a:pt x="1957" y="1198"/>
                </a:cubicBezTo>
                <a:lnTo>
                  <a:pt x="19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a:off x="1329399" y="4746328"/>
            <a:ext cx="330363" cy="15229"/>
          </a:xfrm>
          <a:custGeom>
            <a:rect b="b" l="l" r="r" t="t"/>
            <a:pathLst>
              <a:path extrusionOk="0" h="104" w="2256">
                <a:moveTo>
                  <a:pt x="0" y="1"/>
                </a:moveTo>
                <a:lnTo>
                  <a:pt x="151" y="103"/>
                </a:lnTo>
                <a:lnTo>
                  <a:pt x="2108" y="103"/>
                </a:lnTo>
                <a:lnTo>
                  <a:pt x="22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4292366" y="4327671"/>
            <a:ext cx="541672" cy="3541152"/>
          </a:xfrm>
          <a:custGeom>
            <a:rect b="b" l="l" r="r" t="t"/>
            <a:pathLst>
              <a:path extrusionOk="0" h="24182" w="3699">
                <a:moveTo>
                  <a:pt x="1" y="1"/>
                </a:moveTo>
                <a:lnTo>
                  <a:pt x="1" y="24181"/>
                </a:lnTo>
                <a:lnTo>
                  <a:pt x="3698" y="24181"/>
                </a:lnTo>
                <a:lnTo>
                  <a:pt x="36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4292366" y="4327671"/>
            <a:ext cx="174993" cy="3541152"/>
          </a:xfrm>
          <a:custGeom>
            <a:rect b="b" l="l" r="r" t="t"/>
            <a:pathLst>
              <a:path extrusionOk="0" h="24182" w="1195">
                <a:moveTo>
                  <a:pt x="1" y="1"/>
                </a:moveTo>
                <a:lnTo>
                  <a:pt x="1" y="24181"/>
                </a:lnTo>
                <a:lnTo>
                  <a:pt x="1195" y="24181"/>
                </a:lnTo>
                <a:lnTo>
                  <a:pt x="119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p:nvPr/>
        </p:nvSpPr>
        <p:spPr>
          <a:xfrm>
            <a:off x="4673976" y="4327671"/>
            <a:ext cx="160056" cy="3541152"/>
          </a:xfrm>
          <a:custGeom>
            <a:rect b="b" l="l" r="r" t="t"/>
            <a:pathLst>
              <a:path extrusionOk="0" h="24182" w="1093">
                <a:moveTo>
                  <a:pt x="0" y="1"/>
                </a:moveTo>
                <a:lnTo>
                  <a:pt x="0" y="24181"/>
                </a:lnTo>
                <a:lnTo>
                  <a:pt x="1092" y="24181"/>
                </a:lnTo>
                <a:lnTo>
                  <a:pt x="109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a:off x="4467210" y="4507054"/>
            <a:ext cx="206916" cy="430526"/>
          </a:xfrm>
          <a:custGeom>
            <a:rect b="b" l="l" r="r" t="t"/>
            <a:pathLst>
              <a:path extrusionOk="0" h="2940" w="1413">
                <a:moveTo>
                  <a:pt x="1" y="1"/>
                </a:moveTo>
                <a:lnTo>
                  <a:pt x="1" y="2367"/>
                </a:lnTo>
                <a:lnTo>
                  <a:pt x="1412" y="2940"/>
                </a:lnTo>
                <a:lnTo>
                  <a:pt x="1412" y="1"/>
                </a:lnTo>
                <a:close/>
              </a:path>
            </a:pathLst>
          </a:custGeom>
          <a:solidFill>
            <a:srgbClr val="142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a:off x="4292366" y="4507054"/>
            <a:ext cx="174993" cy="346618"/>
          </a:xfrm>
          <a:custGeom>
            <a:rect b="b" l="l" r="r" t="t"/>
            <a:pathLst>
              <a:path extrusionOk="0" h="2367" w="1195">
                <a:moveTo>
                  <a:pt x="1" y="1"/>
                </a:moveTo>
                <a:lnTo>
                  <a:pt x="1" y="1883"/>
                </a:lnTo>
                <a:lnTo>
                  <a:pt x="1195" y="2367"/>
                </a:lnTo>
                <a:lnTo>
                  <a:pt x="1195" y="1"/>
                </a:lnTo>
                <a:close/>
              </a:path>
            </a:pathLst>
          </a:custGeom>
          <a:solidFill>
            <a:srgbClr val="142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4673976" y="4507054"/>
            <a:ext cx="160056" cy="495398"/>
          </a:xfrm>
          <a:custGeom>
            <a:rect b="b" l="l" r="r" t="t"/>
            <a:pathLst>
              <a:path extrusionOk="0" h="3383" w="1093">
                <a:moveTo>
                  <a:pt x="0" y="1"/>
                </a:moveTo>
                <a:lnTo>
                  <a:pt x="0" y="2940"/>
                </a:lnTo>
                <a:lnTo>
                  <a:pt x="1092" y="3383"/>
                </a:lnTo>
                <a:lnTo>
                  <a:pt x="1092" y="1"/>
                </a:lnTo>
                <a:close/>
              </a:path>
            </a:pathLst>
          </a:custGeom>
          <a:solidFill>
            <a:srgbClr val="142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a:off x="713200" y="572348"/>
            <a:ext cx="7717549" cy="3997304"/>
          </a:xfrm>
          <a:custGeom>
            <a:rect b="b" l="l" r="r" t="t"/>
            <a:pathLst>
              <a:path extrusionOk="0" h="27297" w="52702">
                <a:moveTo>
                  <a:pt x="1" y="1"/>
                </a:moveTo>
                <a:lnTo>
                  <a:pt x="1" y="27297"/>
                </a:lnTo>
                <a:lnTo>
                  <a:pt x="52702" y="27297"/>
                </a:lnTo>
                <a:lnTo>
                  <a:pt x="527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a:off x="8320649" y="657573"/>
            <a:ext cx="29434" cy="3827144"/>
          </a:xfrm>
          <a:custGeom>
            <a:rect b="b" l="l" r="r" t="t"/>
            <a:pathLst>
              <a:path extrusionOk="0" h="26135" w="201">
                <a:moveTo>
                  <a:pt x="183" y="1"/>
                </a:moveTo>
                <a:lnTo>
                  <a:pt x="1" y="187"/>
                </a:lnTo>
                <a:lnTo>
                  <a:pt x="5" y="187"/>
                </a:lnTo>
                <a:lnTo>
                  <a:pt x="5" y="25943"/>
                </a:lnTo>
                <a:lnTo>
                  <a:pt x="192" y="26134"/>
                </a:lnTo>
                <a:lnTo>
                  <a:pt x="200" y="26134"/>
                </a:lnTo>
                <a:lnTo>
                  <a:pt x="200" y="1"/>
                </a:ln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795789" y="657573"/>
            <a:ext cx="7551928" cy="27384"/>
          </a:xfrm>
          <a:custGeom>
            <a:rect b="b" l="l" r="r" t="t"/>
            <a:pathLst>
              <a:path extrusionOk="0" h="187" w="51571">
                <a:moveTo>
                  <a:pt x="0" y="1"/>
                </a:moveTo>
                <a:lnTo>
                  <a:pt x="178" y="187"/>
                </a:lnTo>
                <a:lnTo>
                  <a:pt x="51388" y="187"/>
                </a:lnTo>
                <a:lnTo>
                  <a:pt x="51570" y="1"/>
                </a:ln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794471" y="4455802"/>
            <a:ext cx="7554418" cy="28848"/>
          </a:xfrm>
          <a:custGeom>
            <a:rect b="b" l="l" r="r" t="t"/>
            <a:pathLst>
              <a:path extrusionOk="0" h="197" w="51588">
                <a:moveTo>
                  <a:pt x="187" y="0"/>
                </a:moveTo>
                <a:lnTo>
                  <a:pt x="1" y="196"/>
                </a:lnTo>
                <a:lnTo>
                  <a:pt x="51588" y="196"/>
                </a:lnTo>
                <a:lnTo>
                  <a:pt x="51401" y="5"/>
                </a:lnTo>
                <a:lnTo>
                  <a:pt x="51401" y="10"/>
                </a:lnTo>
                <a:lnTo>
                  <a:pt x="187" y="10"/>
                </a:lnTo>
                <a:lnTo>
                  <a:pt x="187" y="0"/>
                </a:ln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a:off x="793886" y="657573"/>
            <a:ext cx="27970" cy="3827144"/>
          </a:xfrm>
          <a:custGeom>
            <a:rect b="b" l="l" r="r" t="t"/>
            <a:pathLst>
              <a:path extrusionOk="0" h="26135" w="191">
                <a:moveTo>
                  <a:pt x="0" y="1"/>
                </a:moveTo>
                <a:lnTo>
                  <a:pt x="0" y="26134"/>
                </a:lnTo>
                <a:lnTo>
                  <a:pt x="5" y="26134"/>
                </a:lnTo>
                <a:lnTo>
                  <a:pt x="191" y="25938"/>
                </a:lnTo>
                <a:lnTo>
                  <a:pt x="191" y="187"/>
                </a:lnTo>
                <a:lnTo>
                  <a:pt x="13" y="1"/>
                </a:ln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a:off x="713200" y="572348"/>
            <a:ext cx="7716963" cy="85373"/>
          </a:xfrm>
          <a:custGeom>
            <a:rect b="b" l="l" r="r" t="t"/>
            <a:pathLst>
              <a:path extrusionOk="0" h="583" w="52698">
                <a:moveTo>
                  <a:pt x="1" y="1"/>
                </a:moveTo>
                <a:lnTo>
                  <a:pt x="564" y="583"/>
                </a:lnTo>
                <a:lnTo>
                  <a:pt x="52134" y="583"/>
                </a:lnTo>
                <a:lnTo>
                  <a:pt x="526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a:off x="8347446" y="572348"/>
            <a:ext cx="83176" cy="3996719"/>
          </a:xfrm>
          <a:custGeom>
            <a:rect b="b" l="l" r="r" t="t"/>
            <a:pathLst>
              <a:path extrusionOk="0" h="27293" w="568">
                <a:moveTo>
                  <a:pt x="564" y="1"/>
                </a:moveTo>
                <a:lnTo>
                  <a:pt x="0" y="583"/>
                </a:lnTo>
                <a:lnTo>
                  <a:pt x="17" y="583"/>
                </a:lnTo>
                <a:lnTo>
                  <a:pt x="17" y="26716"/>
                </a:lnTo>
                <a:lnTo>
                  <a:pt x="9" y="26716"/>
                </a:lnTo>
                <a:lnTo>
                  <a:pt x="568" y="27293"/>
                </a:lnTo>
                <a:lnTo>
                  <a:pt x="5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713200" y="4484503"/>
            <a:ext cx="7717549" cy="85080"/>
          </a:xfrm>
          <a:custGeom>
            <a:rect b="b" l="l" r="r" t="t"/>
            <a:pathLst>
              <a:path extrusionOk="0" h="581" w="52702">
                <a:moveTo>
                  <a:pt x="556" y="0"/>
                </a:moveTo>
                <a:lnTo>
                  <a:pt x="1" y="572"/>
                </a:lnTo>
                <a:lnTo>
                  <a:pt x="1" y="581"/>
                </a:lnTo>
                <a:lnTo>
                  <a:pt x="52702" y="581"/>
                </a:lnTo>
                <a:lnTo>
                  <a:pt x="52702" y="577"/>
                </a:lnTo>
                <a:lnTo>
                  <a:pt x="52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713200" y="572348"/>
            <a:ext cx="82737" cy="3996133"/>
          </a:xfrm>
          <a:custGeom>
            <a:rect b="b" l="l" r="r" t="t"/>
            <a:pathLst>
              <a:path extrusionOk="0" h="27289" w="565">
                <a:moveTo>
                  <a:pt x="1" y="1"/>
                </a:moveTo>
                <a:lnTo>
                  <a:pt x="1" y="27288"/>
                </a:lnTo>
                <a:lnTo>
                  <a:pt x="556" y="26716"/>
                </a:lnTo>
                <a:lnTo>
                  <a:pt x="551" y="26716"/>
                </a:lnTo>
                <a:lnTo>
                  <a:pt x="551" y="583"/>
                </a:lnTo>
                <a:lnTo>
                  <a:pt x="564" y="583"/>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a:off x="8347446" y="572348"/>
            <a:ext cx="83176" cy="85373"/>
          </a:xfrm>
          <a:custGeom>
            <a:rect b="b" l="l" r="r" t="t"/>
            <a:pathLst>
              <a:path extrusionOk="0" h="583" w="568">
                <a:moveTo>
                  <a:pt x="568" y="1"/>
                </a:moveTo>
                <a:cubicBezTo>
                  <a:pt x="417" y="134"/>
                  <a:pt x="0" y="583"/>
                  <a:pt x="0" y="583"/>
                </a:cubicBezTo>
                <a:cubicBezTo>
                  <a:pt x="0" y="583"/>
                  <a:pt x="257" y="361"/>
                  <a:pt x="568" y="1"/>
                </a:cubicBez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
          <p:cNvSpPr/>
          <p:nvPr/>
        </p:nvSpPr>
        <p:spPr>
          <a:xfrm>
            <a:off x="8349203" y="4484503"/>
            <a:ext cx="81419" cy="85080"/>
          </a:xfrm>
          <a:custGeom>
            <a:rect b="b" l="l" r="r" t="t"/>
            <a:pathLst>
              <a:path extrusionOk="0" h="581" w="556">
                <a:moveTo>
                  <a:pt x="1" y="0"/>
                </a:moveTo>
                <a:cubicBezTo>
                  <a:pt x="1" y="1"/>
                  <a:pt x="405" y="448"/>
                  <a:pt x="556" y="581"/>
                </a:cubicBezTo>
                <a:cubicBezTo>
                  <a:pt x="245" y="222"/>
                  <a:pt x="1" y="1"/>
                  <a:pt x="1" y="0"/>
                </a:cubicBez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713786" y="572348"/>
            <a:ext cx="83323" cy="85373"/>
          </a:xfrm>
          <a:custGeom>
            <a:rect b="b" l="l" r="r" t="t"/>
            <a:pathLst>
              <a:path extrusionOk="0" h="583" w="569">
                <a:moveTo>
                  <a:pt x="1" y="1"/>
                </a:moveTo>
                <a:cubicBezTo>
                  <a:pt x="312" y="361"/>
                  <a:pt x="569" y="583"/>
                  <a:pt x="569" y="583"/>
                </a:cubicBezTo>
                <a:cubicBezTo>
                  <a:pt x="569" y="583"/>
                  <a:pt x="152" y="134"/>
                  <a:pt x="1" y="1"/>
                </a:cubicBez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a:off x="713786" y="4484503"/>
            <a:ext cx="81419" cy="85080"/>
          </a:xfrm>
          <a:custGeom>
            <a:rect b="b" l="l" r="r" t="t"/>
            <a:pathLst>
              <a:path extrusionOk="0" h="581" w="556">
                <a:moveTo>
                  <a:pt x="556" y="0"/>
                </a:moveTo>
                <a:cubicBezTo>
                  <a:pt x="556" y="1"/>
                  <a:pt x="312" y="222"/>
                  <a:pt x="1" y="581"/>
                </a:cubicBezTo>
                <a:cubicBezTo>
                  <a:pt x="152" y="448"/>
                  <a:pt x="556" y="1"/>
                  <a:pt x="556" y="0"/>
                </a:cubicBezTo>
                <a:close/>
              </a:path>
            </a:pathLst>
          </a:custGeom>
          <a:solidFill>
            <a:srgbClr val="484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821792" y="684739"/>
            <a:ext cx="7499797" cy="3772523"/>
          </a:xfrm>
          <a:custGeom>
            <a:rect b="b" l="l" r="r" t="t"/>
            <a:pathLst>
              <a:path extrusionOk="0" h="25762" w="51215">
                <a:moveTo>
                  <a:pt x="0" y="1"/>
                </a:moveTo>
                <a:lnTo>
                  <a:pt x="0" y="25762"/>
                </a:lnTo>
                <a:lnTo>
                  <a:pt x="51214" y="25762"/>
                </a:lnTo>
                <a:lnTo>
                  <a:pt x="5121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 name="Google Shape;182;p11"/>
          <p:cNvGrpSpPr/>
          <p:nvPr/>
        </p:nvGrpSpPr>
        <p:grpSpPr>
          <a:xfrm flipH="1">
            <a:off x="2207694" y="692645"/>
            <a:ext cx="4283325" cy="3765604"/>
            <a:chOff x="3647700" y="1418025"/>
            <a:chExt cx="3459875" cy="3042175"/>
          </a:xfrm>
        </p:grpSpPr>
        <p:sp>
          <p:nvSpPr>
            <p:cNvPr id="183" name="Google Shape;183;p11"/>
            <p:cNvSpPr/>
            <p:nvPr/>
          </p:nvSpPr>
          <p:spPr>
            <a:xfrm>
              <a:off x="3647700" y="1418025"/>
              <a:ext cx="3459875" cy="3042175"/>
            </a:xfrm>
            <a:custGeom>
              <a:rect b="b" l="l" r="r" t="t"/>
              <a:pathLst>
                <a:path extrusionOk="0" h="121687" w="138395">
                  <a:moveTo>
                    <a:pt x="37628" y="1"/>
                  </a:moveTo>
                  <a:cubicBezTo>
                    <a:pt x="37358" y="91"/>
                    <a:pt x="37065" y="91"/>
                    <a:pt x="36795" y="91"/>
                  </a:cubicBezTo>
                  <a:cubicBezTo>
                    <a:pt x="22068" y="1509"/>
                    <a:pt x="20560" y="1307"/>
                    <a:pt x="20379" y="2432"/>
                  </a:cubicBezTo>
                  <a:cubicBezTo>
                    <a:pt x="20267" y="3378"/>
                    <a:pt x="21303" y="3761"/>
                    <a:pt x="21776" y="3941"/>
                  </a:cubicBezTo>
                  <a:cubicBezTo>
                    <a:pt x="23284" y="4504"/>
                    <a:pt x="28441" y="4977"/>
                    <a:pt x="34543" y="5540"/>
                  </a:cubicBezTo>
                  <a:cubicBezTo>
                    <a:pt x="39970" y="6103"/>
                    <a:pt x="45982" y="6666"/>
                    <a:pt x="48617" y="7319"/>
                  </a:cubicBezTo>
                  <a:cubicBezTo>
                    <a:pt x="46545" y="7882"/>
                    <a:pt x="41861" y="8625"/>
                    <a:pt x="38574" y="9188"/>
                  </a:cubicBezTo>
                  <a:cubicBezTo>
                    <a:pt x="36795" y="9481"/>
                    <a:pt x="35106" y="9751"/>
                    <a:pt x="33687" y="9953"/>
                  </a:cubicBezTo>
                  <a:cubicBezTo>
                    <a:pt x="24770" y="11530"/>
                    <a:pt x="16056" y="13511"/>
                    <a:pt x="12588" y="17069"/>
                  </a:cubicBezTo>
                  <a:cubicBezTo>
                    <a:pt x="11553" y="18195"/>
                    <a:pt x="11170" y="19523"/>
                    <a:pt x="11553" y="20829"/>
                  </a:cubicBezTo>
                  <a:cubicBezTo>
                    <a:pt x="12859" y="24770"/>
                    <a:pt x="20942" y="28058"/>
                    <a:pt x="35579" y="30580"/>
                  </a:cubicBezTo>
                  <a:cubicBezTo>
                    <a:pt x="75728" y="37538"/>
                    <a:pt x="85478" y="45126"/>
                    <a:pt x="89712" y="51701"/>
                  </a:cubicBezTo>
                  <a:cubicBezTo>
                    <a:pt x="94125" y="58547"/>
                    <a:pt x="85478" y="64266"/>
                    <a:pt x="29184" y="102073"/>
                  </a:cubicBezTo>
                  <a:lnTo>
                    <a:pt x="23464" y="105924"/>
                  </a:lnTo>
                  <a:cubicBezTo>
                    <a:pt x="16709" y="110427"/>
                    <a:pt x="9481" y="115314"/>
                    <a:pt x="2073" y="120290"/>
                  </a:cubicBezTo>
                  <a:lnTo>
                    <a:pt x="1" y="121686"/>
                  </a:lnTo>
                  <a:lnTo>
                    <a:pt x="93922" y="121686"/>
                  </a:lnTo>
                  <a:lnTo>
                    <a:pt x="97300" y="118129"/>
                  </a:lnTo>
                  <a:cubicBezTo>
                    <a:pt x="103222" y="111643"/>
                    <a:pt x="108559" y="105834"/>
                    <a:pt x="113355" y="100677"/>
                  </a:cubicBezTo>
                  <a:cubicBezTo>
                    <a:pt x="125087" y="87910"/>
                    <a:pt x="132765" y="79556"/>
                    <a:pt x="134454" y="76381"/>
                  </a:cubicBezTo>
                  <a:lnTo>
                    <a:pt x="134544" y="76088"/>
                  </a:lnTo>
                  <a:cubicBezTo>
                    <a:pt x="135580" y="74016"/>
                    <a:pt x="138395" y="68680"/>
                    <a:pt x="137922" y="61924"/>
                  </a:cubicBezTo>
                  <a:cubicBezTo>
                    <a:pt x="137359" y="53570"/>
                    <a:pt x="132022" y="46072"/>
                    <a:pt x="122160" y="39677"/>
                  </a:cubicBezTo>
                  <a:cubicBezTo>
                    <a:pt x="107636" y="30219"/>
                    <a:pt x="79939" y="26279"/>
                    <a:pt x="59673" y="23351"/>
                  </a:cubicBezTo>
                  <a:cubicBezTo>
                    <a:pt x="48797" y="21775"/>
                    <a:pt x="38484" y="20266"/>
                    <a:pt x="37268" y="18668"/>
                  </a:cubicBezTo>
                  <a:cubicBezTo>
                    <a:pt x="36975" y="18398"/>
                    <a:pt x="37065" y="18195"/>
                    <a:pt x="37065" y="18105"/>
                  </a:cubicBezTo>
                  <a:cubicBezTo>
                    <a:pt x="37831" y="16033"/>
                    <a:pt x="48144" y="13691"/>
                    <a:pt x="54899" y="12093"/>
                  </a:cubicBezTo>
                  <a:cubicBezTo>
                    <a:pt x="62307" y="10404"/>
                    <a:pt x="66428" y="9390"/>
                    <a:pt x="67464" y="8152"/>
                  </a:cubicBezTo>
                  <a:cubicBezTo>
                    <a:pt x="67757" y="7792"/>
                    <a:pt x="67757" y="7319"/>
                    <a:pt x="67554" y="6936"/>
                  </a:cubicBezTo>
                  <a:cubicBezTo>
                    <a:pt x="66811" y="5247"/>
                    <a:pt x="60056" y="4414"/>
                    <a:pt x="44023" y="3288"/>
                  </a:cubicBezTo>
                  <a:cubicBezTo>
                    <a:pt x="40353" y="2995"/>
                    <a:pt x="36592" y="2725"/>
                    <a:pt x="34633" y="2432"/>
                  </a:cubicBezTo>
                  <a:cubicBezTo>
                    <a:pt x="35376" y="2342"/>
                    <a:pt x="36412" y="2162"/>
                    <a:pt x="37628" y="1960"/>
                  </a:cubicBezTo>
                  <a:lnTo>
                    <a:pt x="37628" y="1"/>
                  </a:lnTo>
                  <a:close/>
                </a:path>
              </a:pathLst>
            </a:custGeom>
            <a:solidFill>
              <a:srgbClr val="134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4342375" y="1462500"/>
              <a:ext cx="49000" cy="42250"/>
            </a:xfrm>
            <a:custGeom>
              <a:rect b="b" l="l" r="r" t="t"/>
              <a:pathLst>
                <a:path extrusionOk="0" h="1690" w="1960">
                  <a:moveTo>
                    <a:pt x="1780" y="0"/>
                  </a:moveTo>
                  <a:lnTo>
                    <a:pt x="1780" y="0"/>
                  </a:lnTo>
                  <a:cubicBezTo>
                    <a:pt x="1780" y="0"/>
                    <a:pt x="1487" y="0"/>
                    <a:pt x="1127" y="91"/>
                  </a:cubicBezTo>
                  <a:cubicBezTo>
                    <a:pt x="924" y="181"/>
                    <a:pt x="744" y="293"/>
                    <a:pt x="564" y="383"/>
                  </a:cubicBezTo>
                  <a:cubicBezTo>
                    <a:pt x="744" y="293"/>
                    <a:pt x="924" y="181"/>
                    <a:pt x="1127" y="181"/>
                  </a:cubicBezTo>
                  <a:cubicBezTo>
                    <a:pt x="1487" y="91"/>
                    <a:pt x="1780" y="0"/>
                    <a:pt x="1780" y="0"/>
                  </a:cubicBezTo>
                  <a:close/>
                  <a:moveTo>
                    <a:pt x="564" y="383"/>
                  </a:moveTo>
                  <a:cubicBezTo>
                    <a:pt x="361" y="383"/>
                    <a:pt x="271" y="473"/>
                    <a:pt x="181" y="563"/>
                  </a:cubicBezTo>
                  <a:cubicBezTo>
                    <a:pt x="271" y="473"/>
                    <a:pt x="474" y="473"/>
                    <a:pt x="564" y="383"/>
                  </a:cubicBezTo>
                  <a:close/>
                  <a:moveTo>
                    <a:pt x="181" y="563"/>
                  </a:moveTo>
                  <a:cubicBezTo>
                    <a:pt x="91" y="653"/>
                    <a:pt x="1" y="744"/>
                    <a:pt x="91" y="946"/>
                  </a:cubicBezTo>
                  <a:cubicBezTo>
                    <a:pt x="91" y="744"/>
                    <a:pt x="91" y="653"/>
                    <a:pt x="181" y="563"/>
                  </a:cubicBezTo>
                  <a:close/>
                  <a:moveTo>
                    <a:pt x="92" y="948"/>
                  </a:moveTo>
                  <a:lnTo>
                    <a:pt x="92" y="948"/>
                  </a:lnTo>
                  <a:cubicBezTo>
                    <a:pt x="182" y="1037"/>
                    <a:pt x="271" y="1127"/>
                    <a:pt x="361" y="1216"/>
                  </a:cubicBezTo>
                  <a:cubicBezTo>
                    <a:pt x="474" y="1216"/>
                    <a:pt x="654" y="1306"/>
                    <a:pt x="744" y="1306"/>
                  </a:cubicBezTo>
                  <a:cubicBezTo>
                    <a:pt x="654" y="1306"/>
                    <a:pt x="474" y="1216"/>
                    <a:pt x="361" y="1126"/>
                  </a:cubicBezTo>
                  <a:cubicBezTo>
                    <a:pt x="271" y="1126"/>
                    <a:pt x="182" y="1037"/>
                    <a:pt x="92" y="948"/>
                  </a:cubicBezTo>
                  <a:close/>
                  <a:moveTo>
                    <a:pt x="745" y="1308"/>
                  </a:moveTo>
                  <a:lnTo>
                    <a:pt x="745" y="1308"/>
                  </a:lnTo>
                  <a:cubicBezTo>
                    <a:pt x="835" y="1419"/>
                    <a:pt x="925" y="1420"/>
                    <a:pt x="1037" y="1509"/>
                  </a:cubicBezTo>
                  <a:cubicBezTo>
                    <a:pt x="1127" y="1509"/>
                    <a:pt x="1217" y="1509"/>
                    <a:pt x="1307" y="1599"/>
                  </a:cubicBezTo>
                  <a:cubicBezTo>
                    <a:pt x="1690" y="1689"/>
                    <a:pt x="1960" y="1689"/>
                    <a:pt x="1960" y="1689"/>
                  </a:cubicBezTo>
                  <a:cubicBezTo>
                    <a:pt x="1960" y="1689"/>
                    <a:pt x="1780" y="1599"/>
                    <a:pt x="1397" y="1509"/>
                  </a:cubicBezTo>
                  <a:cubicBezTo>
                    <a:pt x="1307" y="1509"/>
                    <a:pt x="1127" y="1509"/>
                    <a:pt x="1037" y="1419"/>
                  </a:cubicBezTo>
                  <a:cubicBezTo>
                    <a:pt x="925" y="1419"/>
                    <a:pt x="835" y="1419"/>
                    <a:pt x="745" y="130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4466800" y="1509225"/>
              <a:ext cx="103025" cy="14100"/>
            </a:xfrm>
            <a:custGeom>
              <a:rect b="b" l="l" r="r" t="t"/>
              <a:pathLst>
                <a:path extrusionOk="0" h="564" w="4121">
                  <a:moveTo>
                    <a:pt x="0" y="0"/>
                  </a:moveTo>
                  <a:lnTo>
                    <a:pt x="0" y="113"/>
                  </a:lnTo>
                  <a:lnTo>
                    <a:pt x="4121" y="563"/>
                  </a:lnTo>
                  <a:lnTo>
                    <a:pt x="4121" y="473"/>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4670575" y="1532875"/>
              <a:ext cx="103050" cy="11850"/>
            </a:xfrm>
            <a:custGeom>
              <a:rect b="b" l="l" r="r" t="t"/>
              <a:pathLst>
                <a:path extrusionOk="0" h="474" w="4122">
                  <a:moveTo>
                    <a:pt x="1" y="0"/>
                  </a:moveTo>
                  <a:lnTo>
                    <a:pt x="4121" y="473"/>
                  </a:lnTo>
                  <a:lnTo>
                    <a:pt x="4121" y="383"/>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4877175" y="1554250"/>
              <a:ext cx="103050" cy="14100"/>
            </a:xfrm>
            <a:custGeom>
              <a:rect b="b" l="l" r="r" t="t"/>
              <a:pathLst>
                <a:path extrusionOk="0" h="564" w="4122">
                  <a:moveTo>
                    <a:pt x="1" y="1"/>
                  </a:moveTo>
                  <a:lnTo>
                    <a:pt x="4121" y="564"/>
                  </a:lnTo>
                  <a:lnTo>
                    <a:pt x="4121" y="45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5055075" y="1586900"/>
              <a:ext cx="59125" cy="44500"/>
            </a:xfrm>
            <a:custGeom>
              <a:rect b="b" l="l" r="r" t="t"/>
              <a:pathLst>
                <a:path extrusionOk="0" h="1780" w="2365">
                  <a:moveTo>
                    <a:pt x="1036" y="1"/>
                  </a:moveTo>
                  <a:cubicBezTo>
                    <a:pt x="1036" y="1"/>
                    <a:pt x="1239" y="91"/>
                    <a:pt x="1599" y="271"/>
                  </a:cubicBezTo>
                  <a:cubicBezTo>
                    <a:pt x="1802" y="271"/>
                    <a:pt x="1982" y="384"/>
                    <a:pt x="2162" y="564"/>
                  </a:cubicBezTo>
                  <a:cubicBezTo>
                    <a:pt x="2252" y="654"/>
                    <a:pt x="2365" y="744"/>
                    <a:pt x="2252" y="834"/>
                  </a:cubicBezTo>
                  <a:cubicBezTo>
                    <a:pt x="2162" y="947"/>
                    <a:pt x="2072" y="1037"/>
                    <a:pt x="1982" y="1127"/>
                  </a:cubicBezTo>
                  <a:cubicBezTo>
                    <a:pt x="2072" y="1127"/>
                    <a:pt x="2252" y="1037"/>
                    <a:pt x="2365" y="947"/>
                  </a:cubicBezTo>
                  <a:cubicBezTo>
                    <a:pt x="2365" y="744"/>
                    <a:pt x="2365" y="564"/>
                    <a:pt x="2252" y="474"/>
                  </a:cubicBezTo>
                  <a:cubicBezTo>
                    <a:pt x="2072" y="384"/>
                    <a:pt x="1802" y="271"/>
                    <a:pt x="1689" y="181"/>
                  </a:cubicBezTo>
                  <a:cubicBezTo>
                    <a:pt x="1329" y="1"/>
                    <a:pt x="1036" y="1"/>
                    <a:pt x="1036" y="1"/>
                  </a:cubicBezTo>
                  <a:close/>
                  <a:moveTo>
                    <a:pt x="1982" y="1127"/>
                  </a:moveTo>
                  <a:cubicBezTo>
                    <a:pt x="1509" y="1307"/>
                    <a:pt x="1036" y="1510"/>
                    <a:pt x="676" y="1600"/>
                  </a:cubicBezTo>
                  <a:cubicBezTo>
                    <a:pt x="1036" y="1510"/>
                    <a:pt x="1509" y="1397"/>
                    <a:pt x="1982" y="1127"/>
                  </a:cubicBezTo>
                  <a:close/>
                  <a:moveTo>
                    <a:pt x="676" y="1600"/>
                  </a:moveTo>
                  <a:cubicBezTo>
                    <a:pt x="293" y="1690"/>
                    <a:pt x="0" y="1690"/>
                    <a:pt x="0" y="1690"/>
                  </a:cubicBezTo>
                  <a:lnTo>
                    <a:pt x="0" y="1780"/>
                  </a:lnTo>
                  <a:cubicBezTo>
                    <a:pt x="0" y="1780"/>
                    <a:pt x="293" y="1690"/>
                    <a:pt x="676" y="16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4853525" y="1649950"/>
              <a:ext cx="100800" cy="23675"/>
            </a:xfrm>
            <a:custGeom>
              <a:rect b="b" l="l" r="r" t="t"/>
              <a:pathLst>
                <a:path extrusionOk="0" h="947" w="4032">
                  <a:moveTo>
                    <a:pt x="4032" y="1"/>
                  </a:moveTo>
                  <a:lnTo>
                    <a:pt x="1" y="947"/>
                  </a:lnTo>
                  <a:lnTo>
                    <a:pt x="4032" y="113"/>
                  </a:lnTo>
                  <a:lnTo>
                    <a:pt x="40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4652000" y="1695000"/>
              <a:ext cx="100800" cy="28175"/>
            </a:xfrm>
            <a:custGeom>
              <a:rect b="b" l="l" r="r" t="t"/>
              <a:pathLst>
                <a:path extrusionOk="0" h="1127" w="4032">
                  <a:moveTo>
                    <a:pt x="4031" y="0"/>
                  </a:moveTo>
                  <a:lnTo>
                    <a:pt x="1" y="1014"/>
                  </a:lnTo>
                  <a:lnTo>
                    <a:pt x="1" y="1126"/>
                  </a:lnTo>
                  <a:lnTo>
                    <a:pt x="4031" y="90"/>
                  </a:lnTo>
                  <a:lnTo>
                    <a:pt x="403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4452725" y="1746225"/>
              <a:ext cx="100775" cy="33225"/>
            </a:xfrm>
            <a:custGeom>
              <a:rect b="b" l="l" r="r" t="t"/>
              <a:pathLst>
                <a:path extrusionOk="0" h="1329" w="4031">
                  <a:moveTo>
                    <a:pt x="4031" y="0"/>
                  </a:moveTo>
                  <a:lnTo>
                    <a:pt x="0" y="1216"/>
                  </a:lnTo>
                  <a:lnTo>
                    <a:pt x="90" y="1329"/>
                  </a:lnTo>
                  <a:lnTo>
                    <a:pt x="4031" y="90"/>
                  </a:lnTo>
                  <a:lnTo>
                    <a:pt x="403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4264700" y="1812075"/>
              <a:ext cx="94025" cy="51825"/>
            </a:xfrm>
            <a:custGeom>
              <a:rect b="b" l="l" r="r" t="t"/>
              <a:pathLst>
                <a:path extrusionOk="0" h="2073" w="3761">
                  <a:moveTo>
                    <a:pt x="3671" y="1"/>
                  </a:moveTo>
                  <a:lnTo>
                    <a:pt x="3108" y="271"/>
                  </a:lnTo>
                  <a:cubicBezTo>
                    <a:pt x="2905" y="384"/>
                    <a:pt x="2725" y="474"/>
                    <a:pt x="2455" y="564"/>
                  </a:cubicBezTo>
                  <a:cubicBezTo>
                    <a:pt x="2252" y="654"/>
                    <a:pt x="2072" y="744"/>
                    <a:pt x="1779" y="834"/>
                  </a:cubicBezTo>
                  <a:cubicBezTo>
                    <a:pt x="1599" y="1037"/>
                    <a:pt x="1329" y="1127"/>
                    <a:pt x="1126" y="1217"/>
                  </a:cubicBezTo>
                  <a:cubicBezTo>
                    <a:pt x="1036" y="1307"/>
                    <a:pt x="946" y="1397"/>
                    <a:pt x="856" y="1397"/>
                  </a:cubicBezTo>
                  <a:cubicBezTo>
                    <a:pt x="766" y="1510"/>
                    <a:pt x="653" y="1510"/>
                    <a:pt x="563" y="1600"/>
                  </a:cubicBezTo>
                  <a:lnTo>
                    <a:pt x="0" y="1960"/>
                  </a:lnTo>
                  <a:lnTo>
                    <a:pt x="90" y="2073"/>
                  </a:lnTo>
                  <a:cubicBezTo>
                    <a:pt x="90" y="2073"/>
                    <a:pt x="293" y="1870"/>
                    <a:pt x="653" y="1690"/>
                  </a:cubicBezTo>
                  <a:cubicBezTo>
                    <a:pt x="766" y="1690"/>
                    <a:pt x="766" y="1600"/>
                    <a:pt x="856" y="1510"/>
                  </a:cubicBezTo>
                  <a:cubicBezTo>
                    <a:pt x="946" y="1510"/>
                    <a:pt x="1126" y="1397"/>
                    <a:pt x="1216" y="1307"/>
                  </a:cubicBezTo>
                  <a:cubicBezTo>
                    <a:pt x="1419" y="1217"/>
                    <a:pt x="1599" y="1127"/>
                    <a:pt x="1892" y="1037"/>
                  </a:cubicBezTo>
                  <a:cubicBezTo>
                    <a:pt x="2072" y="834"/>
                    <a:pt x="2342" y="744"/>
                    <a:pt x="2545" y="654"/>
                  </a:cubicBezTo>
                  <a:cubicBezTo>
                    <a:pt x="2725" y="564"/>
                    <a:pt x="2905" y="474"/>
                    <a:pt x="3108" y="384"/>
                  </a:cubicBezTo>
                  <a:cubicBezTo>
                    <a:pt x="3468" y="181"/>
                    <a:pt x="3761" y="91"/>
                    <a:pt x="3761" y="91"/>
                  </a:cubicBezTo>
                  <a:lnTo>
                    <a:pt x="367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4255700" y="1945500"/>
              <a:ext cx="93475" cy="47325"/>
            </a:xfrm>
            <a:custGeom>
              <a:rect b="b" l="l" r="r" t="t"/>
              <a:pathLst>
                <a:path extrusionOk="0" h="1893" w="3739">
                  <a:moveTo>
                    <a:pt x="90" y="1"/>
                  </a:moveTo>
                  <a:lnTo>
                    <a:pt x="0" y="113"/>
                  </a:lnTo>
                  <a:cubicBezTo>
                    <a:pt x="0" y="113"/>
                    <a:pt x="180" y="293"/>
                    <a:pt x="563" y="474"/>
                  </a:cubicBezTo>
                  <a:cubicBezTo>
                    <a:pt x="653" y="564"/>
                    <a:pt x="833" y="676"/>
                    <a:pt x="1126" y="766"/>
                  </a:cubicBezTo>
                  <a:cubicBezTo>
                    <a:pt x="1216" y="856"/>
                    <a:pt x="1306" y="946"/>
                    <a:pt x="1396" y="946"/>
                  </a:cubicBezTo>
                  <a:cubicBezTo>
                    <a:pt x="1576" y="1036"/>
                    <a:pt x="1689" y="1036"/>
                    <a:pt x="1779" y="1127"/>
                  </a:cubicBezTo>
                  <a:cubicBezTo>
                    <a:pt x="2049" y="1239"/>
                    <a:pt x="2252" y="1329"/>
                    <a:pt x="2522" y="1419"/>
                  </a:cubicBezTo>
                  <a:cubicBezTo>
                    <a:pt x="2702" y="1509"/>
                    <a:pt x="2905" y="1599"/>
                    <a:pt x="3085" y="1599"/>
                  </a:cubicBezTo>
                  <a:cubicBezTo>
                    <a:pt x="3468" y="1802"/>
                    <a:pt x="3738" y="1892"/>
                    <a:pt x="3738" y="1892"/>
                  </a:cubicBezTo>
                  <a:lnTo>
                    <a:pt x="3738" y="1689"/>
                  </a:lnTo>
                  <a:cubicBezTo>
                    <a:pt x="3738" y="1689"/>
                    <a:pt x="3558" y="1599"/>
                    <a:pt x="3175" y="1509"/>
                  </a:cubicBezTo>
                  <a:cubicBezTo>
                    <a:pt x="2995" y="1419"/>
                    <a:pt x="2702" y="1419"/>
                    <a:pt x="2522" y="1329"/>
                  </a:cubicBezTo>
                  <a:cubicBezTo>
                    <a:pt x="2342" y="1239"/>
                    <a:pt x="2049" y="1127"/>
                    <a:pt x="1869" y="1036"/>
                  </a:cubicBezTo>
                  <a:cubicBezTo>
                    <a:pt x="1689" y="946"/>
                    <a:pt x="1576" y="946"/>
                    <a:pt x="1486" y="856"/>
                  </a:cubicBezTo>
                  <a:cubicBezTo>
                    <a:pt x="1396" y="766"/>
                    <a:pt x="1306" y="766"/>
                    <a:pt x="1126" y="676"/>
                  </a:cubicBezTo>
                  <a:cubicBezTo>
                    <a:pt x="923" y="564"/>
                    <a:pt x="743" y="474"/>
                    <a:pt x="563" y="383"/>
                  </a:cubicBezTo>
                  <a:cubicBezTo>
                    <a:pt x="270" y="113"/>
                    <a:pt x="90" y="1"/>
                    <a:pt x="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a:off x="4447650" y="2015875"/>
              <a:ext cx="100800" cy="25925"/>
            </a:xfrm>
            <a:custGeom>
              <a:rect b="b" l="l" r="r" t="t"/>
              <a:pathLst>
                <a:path extrusionOk="0" h="1037" w="4032">
                  <a:moveTo>
                    <a:pt x="91" y="0"/>
                  </a:moveTo>
                  <a:lnTo>
                    <a:pt x="1" y="113"/>
                  </a:lnTo>
                  <a:lnTo>
                    <a:pt x="4031" y="1036"/>
                  </a:lnTo>
                  <a:lnTo>
                    <a:pt x="4031" y="946"/>
                  </a:lnTo>
                  <a:lnTo>
                    <a:pt x="9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4649750" y="2060900"/>
              <a:ext cx="103050" cy="23125"/>
            </a:xfrm>
            <a:custGeom>
              <a:rect b="b" l="l" r="r" t="t"/>
              <a:pathLst>
                <a:path extrusionOk="0" h="925" w="4122">
                  <a:moveTo>
                    <a:pt x="91" y="1"/>
                  </a:moveTo>
                  <a:lnTo>
                    <a:pt x="0" y="91"/>
                  </a:lnTo>
                  <a:lnTo>
                    <a:pt x="4031" y="924"/>
                  </a:lnTo>
                  <a:lnTo>
                    <a:pt x="4121" y="744"/>
                  </a:lnTo>
                  <a:lnTo>
                    <a:pt x="9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4853525" y="2100325"/>
              <a:ext cx="100800" cy="23650"/>
            </a:xfrm>
            <a:custGeom>
              <a:rect b="b" l="l" r="r" t="t"/>
              <a:pathLst>
                <a:path extrusionOk="0" h="946" w="4032">
                  <a:moveTo>
                    <a:pt x="1" y="0"/>
                  </a:moveTo>
                  <a:lnTo>
                    <a:pt x="1" y="203"/>
                  </a:lnTo>
                  <a:lnTo>
                    <a:pt x="4032" y="946"/>
                  </a:lnTo>
                  <a:lnTo>
                    <a:pt x="4032" y="766"/>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5055075" y="2140275"/>
              <a:ext cx="101350" cy="25925"/>
            </a:xfrm>
            <a:custGeom>
              <a:rect b="b" l="l" r="r" t="t"/>
              <a:pathLst>
                <a:path extrusionOk="0" h="1037" w="4054">
                  <a:moveTo>
                    <a:pt x="0" y="1"/>
                  </a:moveTo>
                  <a:lnTo>
                    <a:pt x="0" y="203"/>
                  </a:lnTo>
                  <a:lnTo>
                    <a:pt x="4053" y="1037"/>
                  </a:lnTo>
                  <a:lnTo>
                    <a:pt x="4053" y="856"/>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5257175" y="2182500"/>
              <a:ext cx="100775" cy="28175"/>
            </a:xfrm>
            <a:custGeom>
              <a:rect b="b" l="l" r="r" t="t"/>
              <a:pathLst>
                <a:path extrusionOk="0" h="1127" w="4031">
                  <a:moveTo>
                    <a:pt x="0" y="1"/>
                  </a:moveTo>
                  <a:lnTo>
                    <a:pt x="0" y="203"/>
                  </a:lnTo>
                  <a:lnTo>
                    <a:pt x="4031" y="1127"/>
                  </a:lnTo>
                  <a:lnTo>
                    <a:pt x="4031" y="946"/>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5458700" y="2229800"/>
              <a:ext cx="100800" cy="30425"/>
            </a:xfrm>
            <a:custGeom>
              <a:rect b="b" l="l" r="r" t="t"/>
              <a:pathLst>
                <a:path extrusionOk="0" h="1217" w="4032">
                  <a:moveTo>
                    <a:pt x="0" y="0"/>
                  </a:moveTo>
                  <a:lnTo>
                    <a:pt x="0" y="180"/>
                  </a:lnTo>
                  <a:lnTo>
                    <a:pt x="3941" y="1216"/>
                  </a:lnTo>
                  <a:lnTo>
                    <a:pt x="4031" y="923"/>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5657975" y="2278775"/>
              <a:ext cx="100800" cy="35475"/>
            </a:xfrm>
            <a:custGeom>
              <a:rect b="b" l="l" r="r" t="t"/>
              <a:pathLst>
                <a:path extrusionOk="0" h="1419" w="4032">
                  <a:moveTo>
                    <a:pt x="91" y="0"/>
                  </a:moveTo>
                  <a:lnTo>
                    <a:pt x="1" y="293"/>
                  </a:lnTo>
                  <a:lnTo>
                    <a:pt x="3941" y="1419"/>
                  </a:lnTo>
                  <a:lnTo>
                    <a:pt x="4031" y="1126"/>
                  </a:lnTo>
                  <a:lnTo>
                    <a:pt x="9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5855000" y="2337300"/>
              <a:ext cx="100800" cy="42250"/>
            </a:xfrm>
            <a:custGeom>
              <a:rect b="b" l="l" r="r" t="t"/>
              <a:pathLst>
                <a:path extrusionOk="0" h="1690" w="4032">
                  <a:moveTo>
                    <a:pt x="91" y="1"/>
                  </a:moveTo>
                  <a:lnTo>
                    <a:pt x="1" y="294"/>
                  </a:lnTo>
                  <a:lnTo>
                    <a:pt x="3942" y="1690"/>
                  </a:lnTo>
                  <a:lnTo>
                    <a:pt x="4032" y="1330"/>
                  </a:lnTo>
                  <a:lnTo>
                    <a:pt x="9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a:off x="6049800" y="2407675"/>
              <a:ext cx="98525" cy="49575"/>
            </a:xfrm>
            <a:custGeom>
              <a:rect b="b" l="l" r="r" t="t"/>
              <a:pathLst>
                <a:path extrusionOk="0" h="1983" w="3941">
                  <a:moveTo>
                    <a:pt x="90" y="1"/>
                  </a:moveTo>
                  <a:lnTo>
                    <a:pt x="0" y="293"/>
                  </a:lnTo>
                  <a:lnTo>
                    <a:pt x="3761" y="1982"/>
                  </a:lnTo>
                  <a:lnTo>
                    <a:pt x="3941" y="1599"/>
                  </a:lnTo>
                  <a:lnTo>
                    <a:pt x="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6235000" y="2494375"/>
              <a:ext cx="94025" cy="61375"/>
            </a:xfrm>
            <a:custGeom>
              <a:rect b="b" l="l" r="r" t="t"/>
              <a:pathLst>
                <a:path extrusionOk="0" h="2455" w="3761">
                  <a:moveTo>
                    <a:pt x="203" y="0"/>
                  </a:moveTo>
                  <a:lnTo>
                    <a:pt x="0" y="293"/>
                  </a:lnTo>
                  <a:cubicBezTo>
                    <a:pt x="0" y="293"/>
                    <a:pt x="946" y="856"/>
                    <a:pt x="1779" y="1329"/>
                  </a:cubicBezTo>
                  <a:cubicBezTo>
                    <a:pt x="2252" y="1599"/>
                    <a:pt x="2635" y="1892"/>
                    <a:pt x="3018" y="2162"/>
                  </a:cubicBezTo>
                  <a:cubicBezTo>
                    <a:pt x="3288" y="2365"/>
                    <a:pt x="3581" y="2455"/>
                    <a:pt x="3581" y="2455"/>
                  </a:cubicBezTo>
                  <a:lnTo>
                    <a:pt x="3761" y="2162"/>
                  </a:lnTo>
                  <a:cubicBezTo>
                    <a:pt x="3761" y="2162"/>
                    <a:pt x="3581" y="1982"/>
                    <a:pt x="3198" y="1802"/>
                  </a:cubicBezTo>
                  <a:cubicBezTo>
                    <a:pt x="2905" y="1599"/>
                    <a:pt x="2455" y="1329"/>
                    <a:pt x="1982" y="1036"/>
                  </a:cubicBezTo>
                  <a:cubicBezTo>
                    <a:pt x="1126" y="473"/>
                    <a:pt x="203" y="0"/>
                    <a:pt x="2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6401625" y="2614275"/>
              <a:ext cx="72650" cy="86725"/>
            </a:xfrm>
            <a:custGeom>
              <a:rect b="b" l="l" r="r" t="t"/>
              <a:pathLst>
                <a:path extrusionOk="0" h="3469" w="2906">
                  <a:moveTo>
                    <a:pt x="293" y="1"/>
                  </a:moveTo>
                  <a:lnTo>
                    <a:pt x="1" y="271"/>
                  </a:lnTo>
                  <a:cubicBezTo>
                    <a:pt x="1" y="271"/>
                    <a:pt x="181" y="474"/>
                    <a:pt x="474" y="744"/>
                  </a:cubicBezTo>
                  <a:cubicBezTo>
                    <a:pt x="564" y="946"/>
                    <a:pt x="744" y="1037"/>
                    <a:pt x="946" y="1217"/>
                  </a:cubicBezTo>
                  <a:cubicBezTo>
                    <a:pt x="1036" y="1397"/>
                    <a:pt x="1217" y="1599"/>
                    <a:pt x="1419" y="1780"/>
                  </a:cubicBezTo>
                  <a:cubicBezTo>
                    <a:pt x="1509" y="1870"/>
                    <a:pt x="1509" y="2072"/>
                    <a:pt x="1599" y="2162"/>
                  </a:cubicBezTo>
                  <a:cubicBezTo>
                    <a:pt x="1689" y="2252"/>
                    <a:pt x="1780" y="2343"/>
                    <a:pt x="1780" y="2433"/>
                  </a:cubicBezTo>
                  <a:cubicBezTo>
                    <a:pt x="1982" y="2635"/>
                    <a:pt x="2072" y="2815"/>
                    <a:pt x="2162" y="2996"/>
                  </a:cubicBezTo>
                  <a:cubicBezTo>
                    <a:pt x="2343" y="3288"/>
                    <a:pt x="2545" y="3468"/>
                    <a:pt x="2545" y="3468"/>
                  </a:cubicBezTo>
                  <a:lnTo>
                    <a:pt x="2905" y="3288"/>
                  </a:lnTo>
                  <a:cubicBezTo>
                    <a:pt x="2905" y="3288"/>
                    <a:pt x="2725" y="3086"/>
                    <a:pt x="2545" y="2725"/>
                  </a:cubicBezTo>
                  <a:cubicBezTo>
                    <a:pt x="2433" y="2523"/>
                    <a:pt x="2343" y="2343"/>
                    <a:pt x="2162" y="2162"/>
                  </a:cubicBezTo>
                  <a:cubicBezTo>
                    <a:pt x="2072" y="2072"/>
                    <a:pt x="2072" y="1960"/>
                    <a:pt x="1982" y="1870"/>
                  </a:cubicBezTo>
                  <a:cubicBezTo>
                    <a:pt x="1870" y="1780"/>
                    <a:pt x="1780" y="1690"/>
                    <a:pt x="1689" y="1599"/>
                  </a:cubicBezTo>
                  <a:cubicBezTo>
                    <a:pt x="1509" y="1307"/>
                    <a:pt x="1419" y="1127"/>
                    <a:pt x="1217" y="946"/>
                  </a:cubicBezTo>
                  <a:cubicBezTo>
                    <a:pt x="1036" y="744"/>
                    <a:pt x="946" y="654"/>
                    <a:pt x="744" y="474"/>
                  </a:cubicBezTo>
                  <a:cubicBezTo>
                    <a:pt x="474" y="181"/>
                    <a:pt x="293" y="1"/>
                    <a:pt x="2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6472000" y="2797225"/>
              <a:ext cx="30425" cy="103050"/>
            </a:xfrm>
            <a:custGeom>
              <a:rect b="b" l="l" r="r" t="t"/>
              <a:pathLst>
                <a:path extrusionOk="0" h="4122" w="1217">
                  <a:moveTo>
                    <a:pt x="743" y="1"/>
                  </a:moveTo>
                  <a:lnTo>
                    <a:pt x="743" y="654"/>
                  </a:lnTo>
                  <a:lnTo>
                    <a:pt x="743" y="947"/>
                  </a:lnTo>
                  <a:cubicBezTo>
                    <a:pt x="743" y="1127"/>
                    <a:pt x="743" y="1217"/>
                    <a:pt x="653" y="1307"/>
                  </a:cubicBezTo>
                  <a:cubicBezTo>
                    <a:pt x="653" y="1510"/>
                    <a:pt x="653" y="1780"/>
                    <a:pt x="563" y="2073"/>
                  </a:cubicBezTo>
                  <a:cubicBezTo>
                    <a:pt x="563" y="2253"/>
                    <a:pt x="473" y="2523"/>
                    <a:pt x="383" y="2726"/>
                  </a:cubicBezTo>
                  <a:cubicBezTo>
                    <a:pt x="383" y="2906"/>
                    <a:pt x="383" y="2996"/>
                    <a:pt x="293" y="3086"/>
                  </a:cubicBezTo>
                  <a:cubicBezTo>
                    <a:pt x="293" y="3198"/>
                    <a:pt x="293" y="3289"/>
                    <a:pt x="181" y="3379"/>
                  </a:cubicBezTo>
                  <a:cubicBezTo>
                    <a:pt x="181" y="3559"/>
                    <a:pt x="90" y="3649"/>
                    <a:pt x="90" y="3852"/>
                  </a:cubicBezTo>
                  <a:lnTo>
                    <a:pt x="0" y="3942"/>
                  </a:lnTo>
                  <a:lnTo>
                    <a:pt x="473" y="4122"/>
                  </a:lnTo>
                  <a:lnTo>
                    <a:pt x="473" y="3942"/>
                  </a:lnTo>
                  <a:cubicBezTo>
                    <a:pt x="563" y="3852"/>
                    <a:pt x="563" y="3761"/>
                    <a:pt x="653" y="3559"/>
                  </a:cubicBezTo>
                  <a:cubicBezTo>
                    <a:pt x="653" y="3469"/>
                    <a:pt x="743" y="3289"/>
                    <a:pt x="743" y="3198"/>
                  </a:cubicBezTo>
                  <a:cubicBezTo>
                    <a:pt x="743" y="3086"/>
                    <a:pt x="856" y="2996"/>
                    <a:pt x="856" y="2906"/>
                  </a:cubicBezTo>
                  <a:cubicBezTo>
                    <a:pt x="946" y="2636"/>
                    <a:pt x="946" y="2343"/>
                    <a:pt x="1036" y="2163"/>
                  </a:cubicBezTo>
                  <a:cubicBezTo>
                    <a:pt x="1126" y="1870"/>
                    <a:pt x="1126" y="1600"/>
                    <a:pt x="1126" y="1307"/>
                  </a:cubicBezTo>
                  <a:cubicBezTo>
                    <a:pt x="1126" y="1217"/>
                    <a:pt x="1216" y="1127"/>
                    <a:pt x="1216" y="1037"/>
                  </a:cubicBezTo>
                  <a:lnTo>
                    <a:pt x="1216" y="654"/>
                  </a:lnTo>
                  <a:lnTo>
                    <a:pt x="1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6371225" y="2986950"/>
              <a:ext cx="65900" cy="94025"/>
            </a:xfrm>
            <a:custGeom>
              <a:rect b="b" l="l" r="r" t="t"/>
              <a:pathLst>
                <a:path extrusionOk="0" h="3761" w="2636">
                  <a:moveTo>
                    <a:pt x="2162" y="0"/>
                  </a:moveTo>
                  <a:cubicBezTo>
                    <a:pt x="2162" y="0"/>
                    <a:pt x="1690" y="946"/>
                    <a:pt x="1127" y="1802"/>
                  </a:cubicBezTo>
                  <a:lnTo>
                    <a:pt x="1" y="3491"/>
                  </a:lnTo>
                  <a:lnTo>
                    <a:pt x="384" y="3761"/>
                  </a:lnTo>
                  <a:lnTo>
                    <a:pt x="1509" y="2072"/>
                  </a:lnTo>
                  <a:cubicBezTo>
                    <a:pt x="2072" y="1126"/>
                    <a:pt x="2635" y="293"/>
                    <a:pt x="2635" y="293"/>
                  </a:cubicBezTo>
                  <a:lnTo>
                    <a:pt x="216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6244575" y="3155825"/>
              <a:ext cx="74900" cy="89550"/>
            </a:xfrm>
            <a:custGeom>
              <a:rect b="b" l="l" r="r" t="t"/>
              <a:pathLst>
                <a:path extrusionOk="0" h="3582" w="2996">
                  <a:moveTo>
                    <a:pt x="2635" y="1"/>
                  </a:moveTo>
                  <a:lnTo>
                    <a:pt x="0" y="3198"/>
                  </a:lnTo>
                  <a:lnTo>
                    <a:pt x="383" y="3581"/>
                  </a:lnTo>
                  <a:lnTo>
                    <a:pt x="2995" y="384"/>
                  </a:lnTo>
                  <a:lnTo>
                    <a:pt x="26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6106075" y="3313450"/>
              <a:ext cx="79975" cy="86725"/>
            </a:xfrm>
            <a:custGeom>
              <a:rect b="b" l="l" r="r" t="t"/>
              <a:pathLst>
                <a:path extrusionOk="0" h="3469" w="3199">
                  <a:moveTo>
                    <a:pt x="2816" y="1"/>
                  </a:moveTo>
                  <a:lnTo>
                    <a:pt x="1" y="2996"/>
                  </a:lnTo>
                  <a:lnTo>
                    <a:pt x="384" y="3468"/>
                  </a:lnTo>
                  <a:lnTo>
                    <a:pt x="3198" y="361"/>
                  </a:lnTo>
                  <a:lnTo>
                    <a:pt x="28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5960850" y="3463200"/>
              <a:ext cx="84450" cy="84475"/>
            </a:xfrm>
            <a:custGeom>
              <a:rect b="b" l="l" r="r" t="t"/>
              <a:pathLst>
                <a:path extrusionOk="0" h="3379" w="3378">
                  <a:moveTo>
                    <a:pt x="2905" y="0"/>
                  </a:moveTo>
                  <a:lnTo>
                    <a:pt x="0" y="2905"/>
                  </a:lnTo>
                  <a:lnTo>
                    <a:pt x="361" y="3378"/>
                  </a:lnTo>
                  <a:lnTo>
                    <a:pt x="3378" y="383"/>
                  </a:lnTo>
                  <a:lnTo>
                    <a:pt x="290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5808275" y="3606175"/>
              <a:ext cx="88975" cy="82225"/>
            </a:xfrm>
            <a:custGeom>
              <a:rect b="b" l="l" r="r" t="t"/>
              <a:pathLst>
                <a:path extrusionOk="0" h="3289" w="3559">
                  <a:moveTo>
                    <a:pt x="3086" y="1"/>
                  </a:moveTo>
                  <a:lnTo>
                    <a:pt x="1" y="2816"/>
                  </a:lnTo>
                  <a:lnTo>
                    <a:pt x="564" y="3289"/>
                  </a:lnTo>
                  <a:lnTo>
                    <a:pt x="3559" y="474"/>
                  </a:lnTo>
                  <a:lnTo>
                    <a:pt x="308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5655725" y="3744675"/>
              <a:ext cx="88975" cy="84450"/>
            </a:xfrm>
            <a:custGeom>
              <a:rect b="b" l="l" r="r" t="t"/>
              <a:pathLst>
                <a:path extrusionOk="0" h="3378" w="3559">
                  <a:moveTo>
                    <a:pt x="3108" y="0"/>
                  </a:moveTo>
                  <a:lnTo>
                    <a:pt x="1" y="2725"/>
                  </a:lnTo>
                  <a:lnTo>
                    <a:pt x="474" y="3378"/>
                  </a:lnTo>
                  <a:lnTo>
                    <a:pt x="3558" y="563"/>
                  </a:lnTo>
                  <a:lnTo>
                    <a:pt x="31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5498675" y="3880900"/>
              <a:ext cx="91225" cy="82225"/>
            </a:xfrm>
            <a:custGeom>
              <a:rect b="b" l="l" r="r" t="t"/>
              <a:pathLst>
                <a:path extrusionOk="0" h="3289" w="3649">
                  <a:moveTo>
                    <a:pt x="3198" y="1"/>
                  </a:moveTo>
                  <a:lnTo>
                    <a:pt x="0" y="2725"/>
                  </a:lnTo>
                  <a:lnTo>
                    <a:pt x="563" y="3288"/>
                  </a:lnTo>
                  <a:lnTo>
                    <a:pt x="3648" y="654"/>
                  </a:lnTo>
                  <a:lnTo>
                    <a:pt x="319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5339350" y="4014325"/>
              <a:ext cx="93475" cy="82200"/>
            </a:xfrm>
            <a:custGeom>
              <a:rect b="b" l="l" r="r" t="t"/>
              <a:pathLst>
                <a:path extrusionOk="0" h="3288" w="3739">
                  <a:moveTo>
                    <a:pt x="3176" y="0"/>
                  </a:moveTo>
                  <a:lnTo>
                    <a:pt x="1" y="2635"/>
                  </a:lnTo>
                  <a:lnTo>
                    <a:pt x="564" y="3288"/>
                  </a:lnTo>
                  <a:lnTo>
                    <a:pt x="3739" y="676"/>
                  </a:lnTo>
                  <a:lnTo>
                    <a:pt x="317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5179475" y="4146050"/>
              <a:ext cx="94050" cy="82225"/>
            </a:xfrm>
            <a:custGeom>
              <a:rect b="b" l="l" r="r" t="t"/>
              <a:pathLst>
                <a:path extrusionOk="0" h="3289" w="3762">
                  <a:moveTo>
                    <a:pt x="3198" y="0"/>
                  </a:moveTo>
                  <a:lnTo>
                    <a:pt x="1" y="2522"/>
                  </a:lnTo>
                  <a:lnTo>
                    <a:pt x="564" y="3288"/>
                  </a:lnTo>
                  <a:lnTo>
                    <a:pt x="3761" y="653"/>
                  </a:lnTo>
                  <a:lnTo>
                    <a:pt x="319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5015675" y="4272700"/>
              <a:ext cx="98525" cy="84475"/>
            </a:xfrm>
            <a:custGeom>
              <a:rect b="b" l="l" r="r" t="t"/>
              <a:pathLst>
                <a:path extrusionOk="0" h="3379" w="3941">
                  <a:moveTo>
                    <a:pt x="3265" y="1"/>
                  </a:moveTo>
                  <a:lnTo>
                    <a:pt x="0" y="2523"/>
                  </a:lnTo>
                  <a:lnTo>
                    <a:pt x="653" y="3379"/>
                  </a:lnTo>
                  <a:lnTo>
                    <a:pt x="3941" y="834"/>
                  </a:lnTo>
                  <a:lnTo>
                    <a:pt x="326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 name="Google Shape;216;p11"/>
          <p:cNvSpPr txBox="1"/>
          <p:nvPr>
            <p:ph hasCustomPrompt="1" type="title"/>
          </p:nvPr>
        </p:nvSpPr>
        <p:spPr>
          <a:xfrm>
            <a:off x="714800" y="1442388"/>
            <a:ext cx="7714800" cy="1458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7" name="Google Shape;217;p11"/>
          <p:cNvSpPr txBox="1"/>
          <p:nvPr>
            <p:ph idx="1" type="subTitle"/>
          </p:nvPr>
        </p:nvSpPr>
        <p:spPr>
          <a:xfrm>
            <a:off x="1641900" y="2993686"/>
            <a:ext cx="5860200" cy="457200"/>
          </a:xfrm>
          <a:prstGeom prst="rect">
            <a:avLst/>
          </a:prstGeom>
          <a:solidFill>
            <a:schemeClr val="accent1"/>
          </a:solidFill>
        </p:spPr>
        <p:txBody>
          <a:bodyPr anchorCtr="0" anchor="t" bIns="91425" lIns="91425" spcFirstLastPara="1" rIns="91425" wrap="square" tIns="91425">
            <a:noAutofit/>
          </a:bodyPr>
          <a:lstStyle>
            <a:lvl1pPr lvl="0" algn="ctr">
              <a:spcBef>
                <a:spcPts val="0"/>
              </a:spcBef>
              <a:spcAft>
                <a:spcPts val="0"/>
              </a:spcAft>
              <a:buNone/>
              <a:defRPr sz="1800">
                <a:solidFill>
                  <a:schemeClr val="accent4"/>
                </a:solidFill>
                <a:latin typeface="Krona One"/>
                <a:ea typeface="Krona One"/>
                <a:cs typeface="Krona One"/>
                <a:sym typeface="Krona One"/>
              </a:defRPr>
            </a:lvl1pPr>
            <a:lvl2pPr lvl="1" algn="ctr">
              <a:spcBef>
                <a:spcPts val="1600"/>
              </a:spcBef>
              <a:spcAft>
                <a:spcPts val="0"/>
              </a:spcAft>
              <a:buNone/>
              <a:defRPr sz="1800">
                <a:solidFill>
                  <a:schemeClr val="accent4"/>
                </a:solidFill>
                <a:latin typeface="Krona One"/>
                <a:ea typeface="Krona One"/>
                <a:cs typeface="Krona One"/>
                <a:sym typeface="Krona One"/>
              </a:defRPr>
            </a:lvl2pPr>
            <a:lvl3pPr lvl="2" algn="ctr">
              <a:spcBef>
                <a:spcPts val="1600"/>
              </a:spcBef>
              <a:spcAft>
                <a:spcPts val="0"/>
              </a:spcAft>
              <a:buNone/>
              <a:defRPr sz="1800">
                <a:solidFill>
                  <a:schemeClr val="accent4"/>
                </a:solidFill>
                <a:latin typeface="Krona One"/>
                <a:ea typeface="Krona One"/>
                <a:cs typeface="Krona One"/>
                <a:sym typeface="Krona One"/>
              </a:defRPr>
            </a:lvl3pPr>
            <a:lvl4pPr lvl="3" algn="ctr">
              <a:spcBef>
                <a:spcPts val="1600"/>
              </a:spcBef>
              <a:spcAft>
                <a:spcPts val="0"/>
              </a:spcAft>
              <a:buNone/>
              <a:defRPr sz="1800">
                <a:solidFill>
                  <a:schemeClr val="accent4"/>
                </a:solidFill>
                <a:latin typeface="Krona One"/>
                <a:ea typeface="Krona One"/>
                <a:cs typeface="Krona One"/>
                <a:sym typeface="Krona One"/>
              </a:defRPr>
            </a:lvl4pPr>
            <a:lvl5pPr lvl="4" algn="ctr">
              <a:spcBef>
                <a:spcPts val="1600"/>
              </a:spcBef>
              <a:spcAft>
                <a:spcPts val="0"/>
              </a:spcAft>
              <a:buNone/>
              <a:defRPr sz="1800">
                <a:solidFill>
                  <a:schemeClr val="accent4"/>
                </a:solidFill>
                <a:latin typeface="Krona One"/>
                <a:ea typeface="Krona One"/>
                <a:cs typeface="Krona One"/>
                <a:sym typeface="Krona One"/>
              </a:defRPr>
            </a:lvl5pPr>
            <a:lvl6pPr lvl="5" algn="ctr">
              <a:spcBef>
                <a:spcPts val="1600"/>
              </a:spcBef>
              <a:spcAft>
                <a:spcPts val="0"/>
              </a:spcAft>
              <a:buNone/>
              <a:defRPr sz="1800">
                <a:solidFill>
                  <a:schemeClr val="accent4"/>
                </a:solidFill>
                <a:latin typeface="Krona One"/>
                <a:ea typeface="Krona One"/>
                <a:cs typeface="Krona One"/>
                <a:sym typeface="Krona One"/>
              </a:defRPr>
            </a:lvl6pPr>
            <a:lvl7pPr lvl="6" algn="ctr">
              <a:spcBef>
                <a:spcPts val="1600"/>
              </a:spcBef>
              <a:spcAft>
                <a:spcPts val="0"/>
              </a:spcAft>
              <a:buNone/>
              <a:defRPr sz="1800">
                <a:solidFill>
                  <a:schemeClr val="accent4"/>
                </a:solidFill>
                <a:latin typeface="Krona One"/>
                <a:ea typeface="Krona One"/>
                <a:cs typeface="Krona One"/>
                <a:sym typeface="Krona One"/>
              </a:defRPr>
            </a:lvl7pPr>
            <a:lvl8pPr lvl="7" algn="ctr">
              <a:spcBef>
                <a:spcPts val="1600"/>
              </a:spcBef>
              <a:spcAft>
                <a:spcPts val="0"/>
              </a:spcAft>
              <a:buNone/>
              <a:defRPr sz="1800">
                <a:solidFill>
                  <a:schemeClr val="accent4"/>
                </a:solidFill>
                <a:latin typeface="Krona One"/>
                <a:ea typeface="Krona One"/>
                <a:cs typeface="Krona One"/>
                <a:sym typeface="Krona One"/>
              </a:defRPr>
            </a:lvl8pPr>
            <a:lvl9pPr lvl="8" algn="ctr">
              <a:spcBef>
                <a:spcPts val="1600"/>
              </a:spcBef>
              <a:spcAft>
                <a:spcPts val="1600"/>
              </a:spcAft>
              <a:buNone/>
              <a:defRPr sz="1800">
                <a:solidFill>
                  <a:schemeClr val="accent4"/>
                </a:solidFill>
                <a:latin typeface="Krona One"/>
                <a:ea typeface="Krona One"/>
                <a:cs typeface="Krona One"/>
                <a:sym typeface="Krona One"/>
              </a:defRPr>
            </a:lvl9pPr>
          </a:lstStyle>
          <a:p/>
        </p:txBody>
      </p:sp>
      <p:sp>
        <p:nvSpPr>
          <p:cNvPr id="218" name="Google Shape;218;p11"/>
          <p:cNvSpPr/>
          <p:nvPr/>
        </p:nvSpPr>
        <p:spPr>
          <a:xfrm rot="10800000">
            <a:off x="5742425" y="692640"/>
            <a:ext cx="2579100" cy="1138200"/>
          </a:xfrm>
          <a:prstGeom prst="rtTriangle">
            <a:avLst/>
          </a:prstGeom>
          <a:solidFill>
            <a:srgbClr val="1F424C">
              <a:alpha val="22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rot="5400000">
            <a:off x="101400" y="1413090"/>
            <a:ext cx="2579100" cy="1138200"/>
          </a:xfrm>
          <a:prstGeom prst="rtTriangle">
            <a:avLst/>
          </a:prstGeom>
          <a:solidFill>
            <a:srgbClr val="1F424C">
              <a:alpha val="22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20" name="Shape 2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ABB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1pPr>
            <a:lvl2pPr lvl="1">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2pPr>
            <a:lvl3pPr lvl="2">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3pPr>
            <a:lvl4pPr lvl="3">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4pPr>
            <a:lvl5pPr lvl="4">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5pPr>
            <a:lvl6pPr lvl="5">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6pPr>
            <a:lvl7pPr lvl="6">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7pPr>
            <a:lvl8pPr lvl="7">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8pPr>
            <a:lvl9pPr lvl="8">
              <a:spcBef>
                <a:spcPts val="0"/>
              </a:spcBef>
              <a:spcAft>
                <a:spcPts val="0"/>
              </a:spcAft>
              <a:buClr>
                <a:srgbClr val="FFFFFF"/>
              </a:buClr>
              <a:buSzPts val="2400"/>
              <a:buFont typeface="Krona One"/>
              <a:buNone/>
              <a:defRPr sz="2400">
                <a:solidFill>
                  <a:srgbClr val="FFFFFF"/>
                </a:solidFill>
                <a:latin typeface="Krona One"/>
                <a:ea typeface="Krona One"/>
                <a:cs typeface="Krona One"/>
                <a:sym typeface="Krona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1"/>
              </a:buClr>
              <a:buSzPts val="1400"/>
              <a:buFont typeface="Ubuntu"/>
              <a:buChar char="●"/>
              <a:defRPr>
                <a:solidFill>
                  <a:schemeClr val="dk2"/>
                </a:solidFill>
                <a:latin typeface="Ubuntu"/>
                <a:ea typeface="Ubuntu"/>
                <a:cs typeface="Ubuntu"/>
                <a:sym typeface="Ubuntu"/>
              </a:defRPr>
            </a:lvl1pPr>
            <a:lvl2pPr indent="-317500" lvl="1" marL="914400">
              <a:lnSpc>
                <a:spcPct val="115000"/>
              </a:lnSpc>
              <a:spcBef>
                <a:spcPts val="1600"/>
              </a:spcBef>
              <a:spcAft>
                <a:spcPts val="0"/>
              </a:spcAft>
              <a:buClr>
                <a:schemeClr val="dk2"/>
              </a:buClr>
              <a:buSzPts val="1400"/>
              <a:buFont typeface="Ubuntu"/>
              <a:buChar char="○"/>
              <a:defRPr>
                <a:solidFill>
                  <a:schemeClr val="dk2"/>
                </a:solidFill>
                <a:latin typeface="Ubuntu"/>
                <a:ea typeface="Ubuntu"/>
                <a:cs typeface="Ubuntu"/>
                <a:sym typeface="Ubuntu"/>
              </a:defRPr>
            </a:lvl2pPr>
            <a:lvl3pPr indent="-317500" lvl="2" marL="1371600">
              <a:lnSpc>
                <a:spcPct val="115000"/>
              </a:lnSpc>
              <a:spcBef>
                <a:spcPts val="1600"/>
              </a:spcBef>
              <a:spcAft>
                <a:spcPts val="0"/>
              </a:spcAft>
              <a:buClr>
                <a:schemeClr val="dk2"/>
              </a:buClr>
              <a:buSzPts val="1400"/>
              <a:buFont typeface="Ubuntu"/>
              <a:buChar char="■"/>
              <a:defRPr>
                <a:solidFill>
                  <a:schemeClr val="dk2"/>
                </a:solidFill>
                <a:latin typeface="Ubuntu"/>
                <a:ea typeface="Ubuntu"/>
                <a:cs typeface="Ubuntu"/>
                <a:sym typeface="Ubuntu"/>
              </a:defRPr>
            </a:lvl3pPr>
            <a:lvl4pPr indent="-317500" lvl="3" marL="1828800">
              <a:lnSpc>
                <a:spcPct val="115000"/>
              </a:lnSpc>
              <a:spcBef>
                <a:spcPts val="1600"/>
              </a:spcBef>
              <a:spcAft>
                <a:spcPts val="0"/>
              </a:spcAft>
              <a:buClr>
                <a:schemeClr val="dk2"/>
              </a:buClr>
              <a:buSzPts val="1400"/>
              <a:buFont typeface="Ubuntu"/>
              <a:buChar char="●"/>
              <a:defRPr>
                <a:solidFill>
                  <a:schemeClr val="dk2"/>
                </a:solidFill>
                <a:latin typeface="Ubuntu"/>
                <a:ea typeface="Ubuntu"/>
                <a:cs typeface="Ubuntu"/>
                <a:sym typeface="Ubuntu"/>
              </a:defRPr>
            </a:lvl4pPr>
            <a:lvl5pPr indent="-317500" lvl="4" marL="2286000">
              <a:lnSpc>
                <a:spcPct val="115000"/>
              </a:lnSpc>
              <a:spcBef>
                <a:spcPts val="1600"/>
              </a:spcBef>
              <a:spcAft>
                <a:spcPts val="0"/>
              </a:spcAft>
              <a:buClr>
                <a:schemeClr val="dk2"/>
              </a:buClr>
              <a:buSzPts val="1400"/>
              <a:buFont typeface="Ubuntu"/>
              <a:buChar char="○"/>
              <a:defRPr>
                <a:solidFill>
                  <a:schemeClr val="dk2"/>
                </a:solidFill>
                <a:latin typeface="Ubuntu"/>
                <a:ea typeface="Ubuntu"/>
                <a:cs typeface="Ubuntu"/>
                <a:sym typeface="Ubuntu"/>
              </a:defRPr>
            </a:lvl5pPr>
            <a:lvl6pPr indent="-317500" lvl="5" marL="2743200">
              <a:lnSpc>
                <a:spcPct val="115000"/>
              </a:lnSpc>
              <a:spcBef>
                <a:spcPts val="1600"/>
              </a:spcBef>
              <a:spcAft>
                <a:spcPts val="0"/>
              </a:spcAft>
              <a:buClr>
                <a:schemeClr val="dk2"/>
              </a:buClr>
              <a:buSzPts val="1400"/>
              <a:buFont typeface="Ubuntu"/>
              <a:buChar char="■"/>
              <a:defRPr>
                <a:solidFill>
                  <a:schemeClr val="dk2"/>
                </a:solidFill>
                <a:latin typeface="Ubuntu"/>
                <a:ea typeface="Ubuntu"/>
                <a:cs typeface="Ubuntu"/>
                <a:sym typeface="Ubuntu"/>
              </a:defRPr>
            </a:lvl6pPr>
            <a:lvl7pPr indent="-317500" lvl="6" marL="3200400">
              <a:lnSpc>
                <a:spcPct val="115000"/>
              </a:lnSpc>
              <a:spcBef>
                <a:spcPts val="1600"/>
              </a:spcBef>
              <a:spcAft>
                <a:spcPts val="0"/>
              </a:spcAft>
              <a:buClr>
                <a:schemeClr val="dk2"/>
              </a:buClr>
              <a:buSzPts val="1400"/>
              <a:buFont typeface="Ubuntu"/>
              <a:buChar char="●"/>
              <a:defRPr>
                <a:solidFill>
                  <a:schemeClr val="dk2"/>
                </a:solidFill>
                <a:latin typeface="Ubuntu"/>
                <a:ea typeface="Ubuntu"/>
                <a:cs typeface="Ubuntu"/>
                <a:sym typeface="Ubuntu"/>
              </a:defRPr>
            </a:lvl7pPr>
            <a:lvl8pPr indent="-317500" lvl="7" marL="3657600">
              <a:lnSpc>
                <a:spcPct val="115000"/>
              </a:lnSpc>
              <a:spcBef>
                <a:spcPts val="1600"/>
              </a:spcBef>
              <a:spcAft>
                <a:spcPts val="0"/>
              </a:spcAft>
              <a:buClr>
                <a:schemeClr val="dk2"/>
              </a:buClr>
              <a:buSzPts val="1400"/>
              <a:buFont typeface="Ubuntu"/>
              <a:buChar char="○"/>
              <a:defRPr>
                <a:solidFill>
                  <a:schemeClr val="dk2"/>
                </a:solidFill>
                <a:latin typeface="Ubuntu"/>
                <a:ea typeface="Ubuntu"/>
                <a:cs typeface="Ubuntu"/>
                <a:sym typeface="Ubuntu"/>
              </a:defRPr>
            </a:lvl8pPr>
            <a:lvl9pPr indent="-317500" lvl="8" marL="4114800">
              <a:lnSpc>
                <a:spcPct val="115000"/>
              </a:lnSpc>
              <a:spcBef>
                <a:spcPts val="1600"/>
              </a:spcBef>
              <a:spcAft>
                <a:spcPts val="1600"/>
              </a:spcAft>
              <a:buClr>
                <a:schemeClr val="dk2"/>
              </a:buClr>
              <a:buSzPts val="1400"/>
              <a:buFont typeface="Ubuntu"/>
              <a:buChar char="■"/>
              <a:defRPr>
                <a:solidFill>
                  <a:schemeClr val="dk2"/>
                </a:solidFill>
                <a:latin typeface="Ubuntu"/>
                <a:ea typeface="Ubuntu"/>
                <a:cs typeface="Ubuntu"/>
                <a:sym typeface="Ubuntu"/>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drive.google.com/file/d/17PSLYgAJQP6l5GMWqCWJdCPD0yb2KRgU/view" TargetMode="Externa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24" name="Shape 224"/>
        <p:cNvGrpSpPr/>
        <p:nvPr/>
      </p:nvGrpSpPr>
      <p:grpSpPr>
        <a:xfrm>
          <a:off x="0" y="0"/>
          <a:ext cx="0" cy="0"/>
          <a:chOff x="0" y="0"/>
          <a:chExt cx="0" cy="0"/>
        </a:xfrm>
      </p:grpSpPr>
      <p:sp>
        <p:nvSpPr>
          <p:cNvPr id="225" name="Google Shape;225;p13"/>
          <p:cNvSpPr txBox="1"/>
          <p:nvPr>
            <p:ph type="ctrTitle"/>
          </p:nvPr>
        </p:nvSpPr>
        <p:spPr>
          <a:xfrm>
            <a:off x="3639525" y="526225"/>
            <a:ext cx="4126500" cy="228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600"/>
              <a:t>Object Detection for Self-Driving Cars</a:t>
            </a:r>
            <a:endParaRPr sz="1900">
              <a:solidFill>
                <a:srgbClr val="FFFFFF"/>
              </a:solidFill>
            </a:endParaRPr>
          </a:p>
        </p:txBody>
      </p:sp>
      <p:sp>
        <p:nvSpPr>
          <p:cNvPr id="226" name="Google Shape;226;p13"/>
          <p:cNvSpPr txBox="1"/>
          <p:nvPr>
            <p:ph idx="1" type="subTitle"/>
          </p:nvPr>
        </p:nvSpPr>
        <p:spPr>
          <a:xfrm>
            <a:off x="5573650" y="2960400"/>
            <a:ext cx="1805700" cy="627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t>By: Mahmoud, Viraj, Shloak, Jonathan </a:t>
            </a:r>
            <a:endParaRPr/>
          </a:p>
          <a:p>
            <a:pPr indent="0" lvl="0" marL="0" rtl="0" algn="r">
              <a:spcBef>
                <a:spcPts val="0"/>
              </a:spcBef>
              <a:spcAft>
                <a:spcPts val="0"/>
              </a:spcAft>
              <a:buNone/>
            </a:pPr>
            <a:r>
              <a:t/>
            </a:r>
            <a:endParaRPr/>
          </a:p>
        </p:txBody>
      </p:sp>
      <p:grpSp>
        <p:nvGrpSpPr>
          <p:cNvPr id="227" name="Google Shape;227;p13"/>
          <p:cNvGrpSpPr/>
          <p:nvPr/>
        </p:nvGrpSpPr>
        <p:grpSpPr>
          <a:xfrm>
            <a:off x="456969" y="1710821"/>
            <a:ext cx="4639100" cy="4172631"/>
            <a:chOff x="99093" y="1696958"/>
            <a:chExt cx="4639100" cy="4172631"/>
          </a:xfrm>
        </p:grpSpPr>
        <p:sp>
          <p:nvSpPr>
            <p:cNvPr id="228" name="Google Shape;228;p13"/>
            <p:cNvSpPr/>
            <p:nvPr/>
          </p:nvSpPr>
          <p:spPr>
            <a:xfrm rot="-3148857">
              <a:off x="4378018" y="4549484"/>
              <a:ext cx="153042" cy="279166"/>
            </a:xfrm>
            <a:custGeom>
              <a:rect b="b" l="l" r="r" t="t"/>
              <a:pathLst>
                <a:path extrusionOk="0" h="2012" w="1103">
                  <a:moveTo>
                    <a:pt x="551" y="1"/>
                  </a:moveTo>
                  <a:cubicBezTo>
                    <a:pt x="245" y="1"/>
                    <a:pt x="1" y="245"/>
                    <a:pt x="1" y="551"/>
                  </a:cubicBezTo>
                  <a:lnTo>
                    <a:pt x="1" y="1461"/>
                  </a:lnTo>
                  <a:cubicBezTo>
                    <a:pt x="1" y="1763"/>
                    <a:pt x="245" y="2012"/>
                    <a:pt x="551" y="2012"/>
                  </a:cubicBezTo>
                  <a:cubicBezTo>
                    <a:pt x="857" y="2012"/>
                    <a:pt x="1102" y="1763"/>
                    <a:pt x="1102" y="1461"/>
                  </a:cubicBezTo>
                  <a:lnTo>
                    <a:pt x="1102" y="551"/>
                  </a:lnTo>
                  <a:cubicBezTo>
                    <a:pt x="1102" y="245"/>
                    <a:pt x="857" y="1"/>
                    <a:pt x="551" y="1"/>
                  </a:cubicBezTo>
                  <a:close/>
                </a:path>
              </a:pathLst>
            </a:custGeom>
            <a:solidFill>
              <a:srgbClr val="B9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rot="-3148857">
              <a:off x="3735892" y="5385480"/>
              <a:ext cx="153458" cy="279166"/>
            </a:xfrm>
            <a:custGeom>
              <a:rect b="b" l="l" r="r" t="t"/>
              <a:pathLst>
                <a:path extrusionOk="0" h="2012" w="1106">
                  <a:moveTo>
                    <a:pt x="551" y="1"/>
                  </a:moveTo>
                  <a:cubicBezTo>
                    <a:pt x="249" y="1"/>
                    <a:pt x="1" y="245"/>
                    <a:pt x="1" y="551"/>
                  </a:cubicBezTo>
                  <a:lnTo>
                    <a:pt x="1" y="1461"/>
                  </a:lnTo>
                  <a:cubicBezTo>
                    <a:pt x="1" y="1763"/>
                    <a:pt x="249" y="2012"/>
                    <a:pt x="551" y="2012"/>
                  </a:cubicBezTo>
                  <a:cubicBezTo>
                    <a:pt x="857" y="2012"/>
                    <a:pt x="1105" y="1763"/>
                    <a:pt x="1105" y="1461"/>
                  </a:cubicBezTo>
                  <a:lnTo>
                    <a:pt x="1105" y="551"/>
                  </a:lnTo>
                  <a:cubicBezTo>
                    <a:pt x="1105" y="245"/>
                    <a:pt x="857" y="1"/>
                    <a:pt x="551" y="1"/>
                  </a:cubicBezTo>
                  <a:close/>
                </a:path>
              </a:pathLst>
            </a:custGeom>
            <a:solidFill>
              <a:srgbClr val="B9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rot="-3148857">
              <a:off x="3698353" y="3380125"/>
              <a:ext cx="248224" cy="849846"/>
            </a:xfrm>
            <a:custGeom>
              <a:rect b="b" l="l" r="r" t="t"/>
              <a:pathLst>
                <a:path extrusionOk="0" h="6125" w="1789">
                  <a:moveTo>
                    <a:pt x="892" y="0"/>
                  </a:moveTo>
                  <a:cubicBezTo>
                    <a:pt x="400" y="0"/>
                    <a:pt x="0" y="399"/>
                    <a:pt x="0" y="892"/>
                  </a:cubicBezTo>
                  <a:lnTo>
                    <a:pt x="0" y="5228"/>
                  </a:lnTo>
                  <a:cubicBezTo>
                    <a:pt x="0" y="5720"/>
                    <a:pt x="400" y="6125"/>
                    <a:pt x="892" y="6125"/>
                  </a:cubicBezTo>
                  <a:cubicBezTo>
                    <a:pt x="1389" y="6125"/>
                    <a:pt x="1598" y="5720"/>
                    <a:pt x="1598" y="5228"/>
                  </a:cubicBezTo>
                  <a:lnTo>
                    <a:pt x="1789" y="892"/>
                  </a:lnTo>
                  <a:cubicBezTo>
                    <a:pt x="1789" y="399"/>
                    <a:pt x="1389" y="0"/>
                    <a:pt x="892" y="0"/>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rot="-3148857">
              <a:off x="2167281" y="2197883"/>
              <a:ext cx="274726" cy="849985"/>
            </a:xfrm>
            <a:custGeom>
              <a:rect b="b" l="l" r="r" t="t"/>
              <a:pathLst>
                <a:path extrusionOk="0" h="6126" w="1980">
                  <a:moveTo>
                    <a:pt x="892" y="0"/>
                  </a:moveTo>
                  <a:cubicBezTo>
                    <a:pt x="400" y="0"/>
                    <a:pt x="0" y="400"/>
                    <a:pt x="0" y="892"/>
                  </a:cubicBezTo>
                  <a:lnTo>
                    <a:pt x="0" y="5228"/>
                  </a:lnTo>
                  <a:cubicBezTo>
                    <a:pt x="0" y="5721"/>
                    <a:pt x="400" y="6125"/>
                    <a:pt x="892" y="6125"/>
                  </a:cubicBezTo>
                  <a:cubicBezTo>
                    <a:pt x="1389" y="6125"/>
                    <a:pt x="1789" y="5721"/>
                    <a:pt x="1789" y="5228"/>
                  </a:cubicBezTo>
                  <a:lnTo>
                    <a:pt x="1979" y="892"/>
                  </a:lnTo>
                  <a:cubicBezTo>
                    <a:pt x="1979" y="400"/>
                    <a:pt x="1389" y="0"/>
                    <a:pt x="892" y="0"/>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rot="-3148857">
              <a:off x="2670925" y="4718004"/>
              <a:ext cx="248502" cy="849846"/>
            </a:xfrm>
            <a:custGeom>
              <a:rect b="b" l="l" r="r" t="t"/>
              <a:pathLst>
                <a:path extrusionOk="0" h="6125" w="1791">
                  <a:moveTo>
                    <a:pt x="898" y="0"/>
                  </a:moveTo>
                  <a:cubicBezTo>
                    <a:pt x="400" y="0"/>
                    <a:pt x="1" y="399"/>
                    <a:pt x="1" y="892"/>
                  </a:cubicBezTo>
                  <a:lnTo>
                    <a:pt x="193" y="5228"/>
                  </a:lnTo>
                  <a:cubicBezTo>
                    <a:pt x="193" y="5720"/>
                    <a:pt x="400" y="6125"/>
                    <a:pt x="898" y="6125"/>
                  </a:cubicBezTo>
                  <a:cubicBezTo>
                    <a:pt x="1391" y="6125"/>
                    <a:pt x="1790" y="5720"/>
                    <a:pt x="1790" y="5228"/>
                  </a:cubicBezTo>
                  <a:lnTo>
                    <a:pt x="1790" y="892"/>
                  </a:lnTo>
                  <a:cubicBezTo>
                    <a:pt x="1790" y="399"/>
                    <a:pt x="1391" y="0"/>
                    <a:pt x="898" y="0"/>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rot="-3148857">
              <a:off x="1123825" y="3556727"/>
              <a:ext cx="274865" cy="849985"/>
            </a:xfrm>
            <a:custGeom>
              <a:rect b="b" l="l" r="r" t="t"/>
              <a:pathLst>
                <a:path extrusionOk="0" h="6126" w="1981">
                  <a:moveTo>
                    <a:pt x="1088" y="0"/>
                  </a:moveTo>
                  <a:cubicBezTo>
                    <a:pt x="590" y="0"/>
                    <a:pt x="0" y="400"/>
                    <a:pt x="0" y="892"/>
                  </a:cubicBezTo>
                  <a:lnTo>
                    <a:pt x="191" y="5228"/>
                  </a:lnTo>
                  <a:cubicBezTo>
                    <a:pt x="191" y="5721"/>
                    <a:pt x="590" y="6125"/>
                    <a:pt x="1088" y="6125"/>
                  </a:cubicBezTo>
                  <a:cubicBezTo>
                    <a:pt x="1581" y="6125"/>
                    <a:pt x="1980" y="5721"/>
                    <a:pt x="1980" y="5228"/>
                  </a:cubicBezTo>
                  <a:lnTo>
                    <a:pt x="1980" y="892"/>
                  </a:lnTo>
                  <a:cubicBezTo>
                    <a:pt x="1980" y="400"/>
                    <a:pt x="1581" y="0"/>
                    <a:pt x="1088" y="0"/>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rot="-3148857">
              <a:off x="1522060" y="1610405"/>
              <a:ext cx="1833448" cy="4390340"/>
            </a:xfrm>
            <a:custGeom>
              <a:rect b="b" l="l" r="r" t="t"/>
              <a:pathLst>
                <a:path extrusionOk="0" h="31642" w="13214">
                  <a:moveTo>
                    <a:pt x="1901" y="1"/>
                  </a:moveTo>
                  <a:cubicBezTo>
                    <a:pt x="848" y="1"/>
                    <a:pt x="0" y="1230"/>
                    <a:pt x="0" y="2277"/>
                  </a:cubicBezTo>
                  <a:lnTo>
                    <a:pt x="378" y="29742"/>
                  </a:lnTo>
                  <a:cubicBezTo>
                    <a:pt x="378" y="30790"/>
                    <a:pt x="1230" y="31642"/>
                    <a:pt x="2278" y="31642"/>
                  </a:cubicBezTo>
                  <a:lnTo>
                    <a:pt x="10933" y="31642"/>
                  </a:lnTo>
                  <a:cubicBezTo>
                    <a:pt x="11980" y="31642"/>
                    <a:pt x="12832" y="30790"/>
                    <a:pt x="12832" y="29742"/>
                  </a:cubicBezTo>
                  <a:lnTo>
                    <a:pt x="13213" y="2277"/>
                  </a:lnTo>
                  <a:cubicBezTo>
                    <a:pt x="13213" y="1230"/>
                    <a:pt x="12361" y="1"/>
                    <a:pt x="113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3"/>
            <p:cNvSpPr/>
            <p:nvPr/>
          </p:nvSpPr>
          <p:spPr>
            <a:xfrm rot="-3148857">
              <a:off x="1778411" y="1829794"/>
              <a:ext cx="1320488" cy="3951889"/>
            </a:xfrm>
            <a:custGeom>
              <a:rect b="b" l="l" r="r" t="t"/>
              <a:pathLst>
                <a:path extrusionOk="0" h="28482" w="9517">
                  <a:moveTo>
                    <a:pt x="1367" y="1"/>
                  </a:moveTo>
                  <a:cubicBezTo>
                    <a:pt x="613" y="1"/>
                    <a:pt x="1" y="888"/>
                    <a:pt x="1" y="1643"/>
                  </a:cubicBezTo>
                  <a:lnTo>
                    <a:pt x="89" y="9920"/>
                  </a:lnTo>
                  <a:cubicBezTo>
                    <a:pt x="160" y="9983"/>
                    <a:pt x="218" y="10063"/>
                    <a:pt x="249" y="10155"/>
                  </a:cubicBezTo>
                  <a:lnTo>
                    <a:pt x="280" y="10239"/>
                  </a:lnTo>
                  <a:cubicBezTo>
                    <a:pt x="617" y="9934"/>
                    <a:pt x="1066" y="9747"/>
                    <a:pt x="1558" y="9747"/>
                  </a:cubicBezTo>
                  <a:lnTo>
                    <a:pt x="1713" y="9747"/>
                  </a:lnTo>
                  <a:lnTo>
                    <a:pt x="1713" y="4323"/>
                  </a:lnTo>
                  <a:cubicBezTo>
                    <a:pt x="1713" y="4004"/>
                    <a:pt x="1971" y="3747"/>
                    <a:pt x="2291" y="3747"/>
                  </a:cubicBezTo>
                  <a:cubicBezTo>
                    <a:pt x="2610" y="3747"/>
                    <a:pt x="2867" y="4004"/>
                    <a:pt x="2867" y="4323"/>
                  </a:cubicBezTo>
                  <a:lnTo>
                    <a:pt x="2867" y="9747"/>
                  </a:lnTo>
                  <a:lnTo>
                    <a:pt x="6649" y="9747"/>
                  </a:lnTo>
                  <a:lnTo>
                    <a:pt x="6649" y="4323"/>
                  </a:lnTo>
                  <a:cubicBezTo>
                    <a:pt x="6649" y="4004"/>
                    <a:pt x="6906" y="3747"/>
                    <a:pt x="7226" y="3747"/>
                  </a:cubicBezTo>
                  <a:cubicBezTo>
                    <a:pt x="7545" y="3747"/>
                    <a:pt x="7803" y="4004"/>
                    <a:pt x="7803" y="4323"/>
                  </a:cubicBezTo>
                  <a:lnTo>
                    <a:pt x="7803" y="9747"/>
                  </a:lnTo>
                  <a:lnTo>
                    <a:pt x="7963" y="9747"/>
                  </a:lnTo>
                  <a:cubicBezTo>
                    <a:pt x="8451" y="9747"/>
                    <a:pt x="8899" y="9934"/>
                    <a:pt x="9236" y="10239"/>
                  </a:cubicBezTo>
                  <a:lnTo>
                    <a:pt x="9268" y="10155"/>
                  </a:lnTo>
                  <a:cubicBezTo>
                    <a:pt x="9303" y="10063"/>
                    <a:pt x="9356" y="9983"/>
                    <a:pt x="9428" y="9920"/>
                  </a:cubicBezTo>
                  <a:lnTo>
                    <a:pt x="9516" y="1643"/>
                  </a:lnTo>
                  <a:cubicBezTo>
                    <a:pt x="9516" y="888"/>
                    <a:pt x="8904" y="1"/>
                    <a:pt x="8149" y="1"/>
                  </a:cubicBezTo>
                  <a:close/>
                  <a:moveTo>
                    <a:pt x="488" y="22587"/>
                  </a:moveTo>
                  <a:lnTo>
                    <a:pt x="231" y="22964"/>
                  </a:lnTo>
                  <a:lnTo>
                    <a:pt x="275" y="27115"/>
                  </a:lnTo>
                  <a:cubicBezTo>
                    <a:pt x="275" y="27869"/>
                    <a:pt x="888" y="28481"/>
                    <a:pt x="1642" y="28481"/>
                  </a:cubicBezTo>
                  <a:lnTo>
                    <a:pt x="7873" y="28481"/>
                  </a:lnTo>
                  <a:cubicBezTo>
                    <a:pt x="8629" y="28481"/>
                    <a:pt x="9241" y="27869"/>
                    <a:pt x="9241" y="27115"/>
                  </a:cubicBezTo>
                  <a:lnTo>
                    <a:pt x="9285" y="22964"/>
                  </a:lnTo>
                  <a:lnTo>
                    <a:pt x="9028" y="22587"/>
                  </a:lnTo>
                  <a:cubicBezTo>
                    <a:pt x="8726" y="22792"/>
                    <a:pt x="8357" y="22915"/>
                    <a:pt x="7963" y="22915"/>
                  </a:cubicBezTo>
                  <a:lnTo>
                    <a:pt x="7803" y="22915"/>
                  </a:lnTo>
                  <a:lnTo>
                    <a:pt x="7803" y="26649"/>
                  </a:lnTo>
                  <a:cubicBezTo>
                    <a:pt x="7803" y="26969"/>
                    <a:pt x="7545" y="27225"/>
                    <a:pt x="7226" y="27225"/>
                  </a:cubicBezTo>
                  <a:cubicBezTo>
                    <a:pt x="6906" y="27225"/>
                    <a:pt x="6649" y="26969"/>
                    <a:pt x="6649" y="26649"/>
                  </a:cubicBezTo>
                  <a:lnTo>
                    <a:pt x="6649" y="22915"/>
                  </a:lnTo>
                  <a:lnTo>
                    <a:pt x="2867" y="22915"/>
                  </a:lnTo>
                  <a:lnTo>
                    <a:pt x="2867" y="26649"/>
                  </a:lnTo>
                  <a:cubicBezTo>
                    <a:pt x="2867" y="26969"/>
                    <a:pt x="2610" y="27225"/>
                    <a:pt x="2291" y="27225"/>
                  </a:cubicBezTo>
                  <a:cubicBezTo>
                    <a:pt x="1971" y="27225"/>
                    <a:pt x="1713" y="26969"/>
                    <a:pt x="1713" y="26649"/>
                  </a:cubicBezTo>
                  <a:lnTo>
                    <a:pt x="1713" y="22915"/>
                  </a:lnTo>
                  <a:lnTo>
                    <a:pt x="1558" y="22915"/>
                  </a:lnTo>
                  <a:cubicBezTo>
                    <a:pt x="1158" y="22915"/>
                    <a:pt x="794" y="22792"/>
                    <a:pt x="488" y="22587"/>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rot="-3148857">
              <a:off x="2287066" y="2553783"/>
              <a:ext cx="160118" cy="3257721"/>
            </a:xfrm>
            <a:custGeom>
              <a:rect b="b" l="l" r="r" t="t"/>
              <a:pathLst>
                <a:path extrusionOk="0" h="23479" w="1154">
                  <a:moveTo>
                    <a:pt x="578" y="0"/>
                  </a:moveTo>
                  <a:cubicBezTo>
                    <a:pt x="258" y="0"/>
                    <a:pt x="0" y="257"/>
                    <a:pt x="0" y="576"/>
                  </a:cubicBezTo>
                  <a:lnTo>
                    <a:pt x="0" y="22902"/>
                  </a:lnTo>
                  <a:cubicBezTo>
                    <a:pt x="0" y="23222"/>
                    <a:pt x="258" y="23478"/>
                    <a:pt x="578" y="23478"/>
                  </a:cubicBezTo>
                  <a:cubicBezTo>
                    <a:pt x="897" y="23478"/>
                    <a:pt x="1154" y="23222"/>
                    <a:pt x="1154" y="22902"/>
                  </a:cubicBezTo>
                  <a:lnTo>
                    <a:pt x="1154" y="576"/>
                  </a:lnTo>
                  <a:cubicBezTo>
                    <a:pt x="1154" y="257"/>
                    <a:pt x="897" y="0"/>
                    <a:pt x="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rot="-3148857">
              <a:off x="2704028" y="2010576"/>
              <a:ext cx="160395" cy="3257721"/>
            </a:xfrm>
            <a:custGeom>
              <a:rect b="b" l="l" r="r" t="t"/>
              <a:pathLst>
                <a:path extrusionOk="0" h="23479" w="1156">
                  <a:moveTo>
                    <a:pt x="578" y="0"/>
                  </a:moveTo>
                  <a:cubicBezTo>
                    <a:pt x="258" y="0"/>
                    <a:pt x="1" y="257"/>
                    <a:pt x="1" y="576"/>
                  </a:cubicBezTo>
                  <a:lnTo>
                    <a:pt x="1" y="22902"/>
                  </a:lnTo>
                  <a:cubicBezTo>
                    <a:pt x="1" y="23222"/>
                    <a:pt x="258" y="23478"/>
                    <a:pt x="578" y="23478"/>
                  </a:cubicBezTo>
                  <a:cubicBezTo>
                    <a:pt x="897" y="23478"/>
                    <a:pt x="1155" y="23222"/>
                    <a:pt x="1155" y="22902"/>
                  </a:cubicBezTo>
                  <a:lnTo>
                    <a:pt x="1155" y="576"/>
                  </a:lnTo>
                  <a:cubicBezTo>
                    <a:pt x="1155" y="257"/>
                    <a:pt x="897" y="0"/>
                    <a:pt x="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
            <p:cNvSpPr/>
            <p:nvPr/>
          </p:nvSpPr>
          <p:spPr>
            <a:xfrm rot="-3148857">
              <a:off x="1961040" y="3068840"/>
              <a:ext cx="1415254" cy="1827204"/>
            </a:xfrm>
            <a:custGeom>
              <a:rect b="b" l="l" r="r" t="t"/>
              <a:pathLst>
                <a:path extrusionOk="0" h="13169" w="10200">
                  <a:moveTo>
                    <a:pt x="1900" y="0"/>
                  </a:moveTo>
                  <a:cubicBezTo>
                    <a:pt x="849" y="0"/>
                    <a:pt x="1" y="848"/>
                    <a:pt x="1" y="1895"/>
                  </a:cubicBezTo>
                  <a:lnTo>
                    <a:pt x="1" y="11269"/>
                  </a:lnTo>
                  <a:cubicBezTo>
                    <a:pt x="1" y="12316"/>
                    <a:pt x="849" y="13168"/>
                    <a:pt x="1900" y="13168"/>
                  </a:cubicBezTo>
                  <a:lnTo>
                    <a:pt x="8305" y="13168"/>
                  </a:lnTo>
                  <a:cubicBezTo>
                    <a:pt x="9352" y="13168"/>
                    <a:pt x="10200" y="12316"/>
                    <a:pt x="10200" y="11269"/>
                  </a:cubicBezTo>
                  <a:lnTo>
                    <a:pt x="10200" y="1895"/>
                  </a:lnTo>
                  <a:cubicBezTo>
                    <a:pt x="10200" y="848"/>
                    <a:pt x="9352" y="0"/>
                    <a:pt x="8305" y="0"/>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
            <p:cNvSpPr/>
            <p:nvPr/>
          </p:nvSpPr>
          <p:spPr>
            <a:xfrm rot="-3148857">
              <a:off x="1766466" y="3674493"/>
              <a:ext cx="471196" cy="988874"/>
            </a:xfrm>
            <a:custGeom>
              <a:rect b="b" l="l" r="r" t="t"/>
              <a:pathLst>
                <a:path extrusionOk="0" h="7127" w="3396">
                  <a:moveTo>
                    <a:pt x="643" y="0"/>
                  </a:moveTo>
                  <a:cubicBezTo>
                    <a:pt x="580" y="0"/>
                    <a:pt x="516" y="11"/>
                    <a:pt x="453" y="33"/>
                  </a:cubicBezTo>
                  <a:cubicBezTo>
                    <a:pt x="155" y="140"/>
                    <a:pt x="0" y="463"/>
                    <a:pt x="107" y="762"/>
                  </a:cubicBezTo>
                  <a:lnTo>
                    <a:pt x="2215" y="6744"/>
                  </a:lnTo>
                  <a:cubicBezTo>
                    <a:pt x="2299" y="6979"/>
                    <a:pt x="2521" y="7126"/>
                    <a:pt x="2752" y="7126"/>
                  </a:cubicBezTo>
                  <a:cubicBezTo>
                    <a:pt x="2818" y="7126"/>
                    <a:pt x="2881" y="7113"/>
                    <a:pt x="2943" y="7090"/>
                  </a:cubicBezTo>
                  <a:cubicBezTo>
                    <a:pt x="3240" y="6988"/>
                    <a:pt x="3395" y="6660"/>
                    <a:pt x="3289" y="6363"/>
                  </a:cubicBezTo>
                  <a:lnTo>
                    <a:pt x="1181" y="379"/>
                  </a:lnTo>
                  <a:cubicBezTo>
                    <a:pt x="1100" y="148"/>
                    <a:pt x="879" y="0"/>
                    <a:pt x="6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
            <p:cNvSpPr/>
            <p:nvPr/>
          </p:nvSpPr>
          <p:spPr>
            <a:xfrm rot="-3148857">
              <a:off x="2642768" y="4579204"/>
              <a:ext cx="465785" cy="577895"/>
            </a:xfrm>
            <a:custGeom>
              <a:rect b="b" l="l" r="r" t="t"/>
              <a:pathLst>
                <a:path extrusionOk="0" h="4165" w="3357">
                  <a:moveTo>
                    <a:pt x="2709" y="0"/>
                  </a:moveTo>
                  <a:cubicBezTo>
                    <a:pt x="2526" y="0"/>
                    <a:pt x="2346" y="88"/>
                    <a:pt x="2238" y="250"/>
                  </a:cubicBezTo>
                  <a:lnTo>
                    <a:pt x="179" y="3272"/>
                  </a:lnTo>
                  <a:cubicBezTo>
                    <a:pt x="1" y="3534"/>
                    <a:pt x="72" y="3888"/>
                    <a:pt x="330" y="4066"/>
                  </a:cubicBezTo>
                  <a:cubicBezTo>
                    <a:pt x="427" y="4133"/>
                    <a:pt x="538" y="4164"/>
                    <a:pt x="649" y="4164"/>
                  </a:cubicBezTo>
                  <a:cubicBezTo>
                    <a:pt x="831" y="4164"/>
                    <a:pt x="1013" y="4075"/>
                    <a:pt x="1123" y="3915"/>
                  </a:cubicBezTo>
                  <a:lnTo>
                    <a:pt x="3179" y="893"/>
                  </a:lnTo>
                  <a:cubicBezTo>
                    <a:pt x="3356" y="631"/>
                    <a:pt x="3286" y="276"/>
                    <a:pt x="3028" y="98"/>
                  </a:cubicBezTo>
                  <a:cubicBezTo>
                    <a:pt x="2930" y="32"/>
                    <a:pt x="2819" y="0"/>
                    <a:pt x="27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
            <p:cNvSpPr/>
            <p:nvPr/>
          </p:nvSpPr>
          <p:spPr>
            <a:xfrm rot="-3148857">
              <a:off x="2222276" y="4528627"/>
              <a:ext cx="454546" cy="105312"/>
            </a:xfrm>
            <a:custGeom>
              <a:rect b="b" l="l" r="r" t="t"/>
              <a:pathLst>
                <a:path extrusionOk="0" h="759" w="3276">
                  <a:moveTo>
                    <a:pt x="381" y="0"/>
                  </a:moveTo>
                  <a:cubicBezTo>
                    <a:pt x="168" y="0"/>
                    <a:pt x="0" y="169"/>
                    <a:pt x="0" y="378"/>
                  </a:cubicBezTo>
                  <a:cubicBezTo>
                    <a:pt x="0" y="591"/>
                    <a:pt x="168" y="759"/>
                    <a:pt x="381" y="759"/>
                  </a:cubicBezTo>
                  <a:lnTo>
                    <a:pt x="2899" y="759"/>
                  </a:lnTo>
                  <a:cubicBezTo>
                    <a:pt x="3107" y="759"/>
                    <a:pt x="3276" y="591"/>
                    <a:pt x="3276" y="378"/>
                  </a:cubicBezTo>
                  <a:cubicBezTo>
                    <a:pt x="3276" y="169"/>
                    <a:pt x="3107" y="0"/>
                    <a:pt x="289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
            <p:cNvSpPr/>
            <p:nvPr/>
          </p:nvSpPr>
          <p:spPr>
            <a:xfrm rot="-3148857">
              <a:off x="2441102" y="2795798"/>
              <a:ext cx="471335" cy="988874"/>
            </a:xfrm>
            <a:custGeom>
              <a:rect b="b" l="l" r="r" t="t"/>
              <a:pathLst>
                <a:path extrusionOk="0" h="7127" w="3397">
                  <a:moveTo>
                    <a:pt x="2754" y="0"/>
                  </a:moveTo>
                  <a:cubicBezTo>
                    <a:pt x="2519" y="0"/>
                    <a:pt x="2300" y="148"/>
                    <a:pt x="2216" y="379"/>
                  </a:cubicBezTo>
                  <a:lnTo>
                    <a:pt x="107" y="6363"/>
                  </a:lnTo>
                  <a:cubicBezTo>
                    <a:pt x="0" y="6660"/>
                    <a:pt x="156" y="6988"/>
                    <a:pt x="453" y="7090"/>
                  </a:cubicBezTo>
                  <a:cubicBezTo>
                    <a:pt x="516" y="7113"/>
                    <a:pt x="582" y="7126"/>
                    <a:pt x="645" y="7126"/>
                  </a:cubicBezTo>
                  <a:cubicBezTo>
                    <a:pt x="879" y="7126"/>
                    <a:pt x="1097" y="6979"/>
                    <a:pt x="1182" y="6744"/>
                  </a:cubicBezTo>
                  <a:lnTo>
                    <a:pt x="3290" y="762"/>
                  </a:lnTo>
                  <a:cubicBezTo>
                    <a:pt x="3396" y="463"/>
                    <a:pt x="3241" y="140"/>
                    <a:pt x="2943" y="33"/>
                  </a:cubicBezTo>
                  <a:cubicBezTo>
                    <a:pt x="2881" y="11"/>
                    <a:pt x="2817" y="0"/>
                    <a:pt x="275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
            <p:cNvSpPr/>
            <p:nvPr/>
          </p:nvSpPr>
          <p:spPr>
            <a:xfrm rot="-3148857">
              <a:off x="3345367" y="3664633"/>
              <a:ext cx="465091" cy="577895"/>
            </a:xfrm>
            <a:custGeom>
              <a:rect b="b" l="l" r="r" t="t"/>
              <a:pathLst>
                <a:path extrusionOk="0" h="4165" w="3352">
                  <a:moveTo>
                    <a:pt x="644" y="0"/>
                  </a:moveTo>
                  <a:cubicBezTo>
                    <a:pt x="534" y="0"/>
                    <a:pt x="423" y="32"/>
                    <a:pt x="326" y="98"/>
                  </a:cubicBezTo>
                  <a:cubicBezTo>
                    <a:pt x="68" y="276"/>
                    <a:pt x="1" y="631"/>
                    <a:pt x="174" y="893"/>
                  </a:cubicBezTo>
                  <a:lnTo>
                    <a:pt x="2233" y="3915"/>
                  </a:lnTo>
                  <a:cubicBezTo>
                    <a:pt x="2340" y="4075"/>
                    <a:pt x="2522" y="4164"/>
                    <a:pt x="2704" y="4164"/>
                  </a:cubicBezTo>
                  <a:cubicBezTo>
                    <a:pt x="2815" y="4164"/>
                    <a:pt x="2926" y="4133"/>
                    <a:pt x="3024" y="4066"/>
                  </a:cubicBezTo>
                  <a:cubicBezTo>
                    <a:pt x="3286" y="3888"/>
                    <a:pt x="3352" y="3534"/>
                    <a:pt x="3175" y="3272"/>
                  </a:cubicBezTo>
                  <a:lnTo>
                    <a:pt x="1119" y="250"/>
                  </a:lnTo>
                  <a:cubicBezTo>
                    <a:pt x="1008" y="88"/>
                    <a:pt x="828" y="0"/>
                    <a:pt x="6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
            <p:cNvSpPr/>
            <p:nvPr/>
          </p:nvSpPr>
          <p:spPr>
            <a:xfrm rot="-3148857">
              <a:off x="2963245" y="3563543"/>
              <a:ext cx="454685" cy="105312"/>
            </a:xfrm>
            <a:custGeom>
              <a:rect b="b" l="l" r="r" t="t"/>
              <a:pathLst>
                <a:path extrusionOk="0" h="759" w="3277">
                  <a:moveTo>
                    <a:pt x="379" y="0"/>
                  </a:moveTo>
                  <a:cubicBezTo>
                    <a:pt x="170" y="0"/>
                    <a:pt x="1" y="169"/>
                    <a:pt x="1" y="378"/>
                  </a:cubicBezTo>
                  <a:cubicBezTo>
                    <a:pt x="1" y="591"/>
                    <a:pt x="170" y="759"/>
                    <a:pt x="379" y="759"/>
                  </a:cubicBezTo>
                  <a:lnTo>
                    <a:pt x="2899" y="759"/>
                  </a:lnTo>
                  <a:cubicBezTo>
                    <a:pt x="3108" y="759"/>
                    <a:pt x="3276" y="591"/>
                    <a:pt x="3276" y="378"/>
                  </a:cubicBezTo>
                  <a:cubicBezTo>
                    <a:pt x="3276" y="169"/>
                    <a:pt x="3108" y="0"/>
                    <a:pt x="289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
            <p:cNvSpPr/>
            <p:nvPr/>
          </p:nvSpPr>
          <p:spPr>
            <a:xfrm rot="-3148857">
              <a:off x="2262403" y="3612999"/>
              <a:ext cx="1063106" cy="931293"/>
            </a:xfrm>
            <a:custGeom>
              <a:rect b="b" l="l" r="r" t="t"/>
              <a:pathLst>
                <a:path extrusionOk="0" h="6712" w="7662">
                  <a:moveTo>
                    <a:pt x="0" y="1"/>
                  </a:moveTo>
                  <a:lnTo>
                    <a:pt x="0" y="6712"/>
                  </a:lnTo>
                  <a:lnTo>
                    <a:pt x="7661" y="6712"/>
                  </a:lnTo>
                  <a:lnTo>
                    <a:pt x="76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p:nvPr/>
          </p:nvSpPr>
          <p:spPr>
            <a:xfrm rot="-3148857">
              <a:off x="2368963" y="3705962"/>
              <a:ext cx="849985" cy="745367"/>
            </a:xfrm>
            <a:custGeom>
              <a:rect b="b" l="l" r="r" t="t"/>
              <a:pathLst>
                <a:path extrusionOk="0" h="5372" w="6126">
                  <a:moveTo>
                    <a:pt x="0" y="1"/>
                  </a:moveTo>
                  <a:lnTo>
                    <a:pt x="0" y="5371"/>
                  </a:lnTo>
                  <a:lnTo>
                    <a:pt x="6125" y="5371"/>
                  </a:lnTo>
                  <a:lnTo>
                    <a:pt x="612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rot="-3148857">
              <a:off x="1661390" y="3669864"/>
              <a:ext cx="427767" cy="112249"/>
            </a:xfrm>
            <a:custGeom>
              <a:rect b="b" l="l" r="r" t="t"/>
              <a:pathLst>
                <a:path extrusionOk="0" h="809" w="3083">
                  <a:moveTo>
                    <a:pt x="1636" y="1"/>
                  </a:moveTo>
                  <a:cubicBezTo>
                    <a:pt x="1575" y="1"/>
                    <a:pt x="1512" y="2"/>
                    <a:pt x="1450" y="5"/>
                  </a:cubicBezTo>
                  <a:cubicBezTo>
                    <a:pt x="1037" y="22"/>
                    <a:pt x="598" y="120"/>
                    <a:pt x="305" y="325"/>
                  </a:cubicBezTo>
                  <a:cubicBezTo>
                    <a:pt x="233" y="373"/>
                    <a:pt x="171" y="432"/>
                    <a:pt x="127" y="489"/>
                  </a:cubicBezTo>
                  <a:cubicBezTo>
                    <a:pt x="79" y="542"/>
                    <a:pt x="47" y="604"/>
                    <a:pt x="30" y="653"/>
                  </a:cubicBezTo>
                  <a:cubicBezTo>
                    <a:pt x="0" y="751"/>
                    <a:pt x="15" y="804"/>
                    <a:pt x="12" y="808"/>
                  </a:cubicBezTo>
                  <a:lnTo>
                    <a:pt x="12" y="808"/>
                  </a:lnTo>
                  <a:cubicBezTo>
                    <a:pt x="15" y="806"/>
                    <a:pt x="27" y="797"/>
                    <a:pt x="43" y="782"/>
                  </a:cubicBezTo>
                  <a:cubicBezTo>
                    <a:pt x="56" y="764"/>
                    <a:pt x="87" y="741"/>
                    <a:pt x="122" y="719"/>
                  </a:cubicBezTo>
                  <a:cubicBezTo>
                    <a:pt x="159" y="698"/>
                    <a:pt x="202" y="680"/>
                    <a:pt x="256" y="662"/>
                  </a:cubicBezTo>
                  <a:cubicBezTo>
                    <a:pt x="309" y="649"/>
                    <a:pt x="366" y="635"/>
                    <a:pt x="438" y="626"/>
                  </a:cubicBezTo>
                  <a:cubicBezTo>
                    <a:pt x="704" y="591"/>
                    <a:pt x="1085" y="591"/>
                    <a:pt x="1476" y="573"/>
                  </a:cubicBezTo>
                  <a:cubicBezTo>
                    <a:pt x="1867" y="555"/>
                    <a:pt x="2271" y="516"/>
                    <a:pt x="2577" y="444"/>
                  </a:cubicBezTo>
                  <a:cubicBezTo>
                    <a:pt x="2728" y="409"/>
                    <a:pt x="2857" y="373"/>
                    <a:pt x="2945" y="338"/>
                  </a:cubicBezTo>
                  <a:cubicBezTo>
                    <a:pt x="3039" y="303"/>
                    <a:pt x="3083" y="272"/>
                    <a:pt x="3083" y="272"/>
                  </a:cubicBezTo>
                  <a:cubicBezTo>
                    <a:pt x="3083" y="272"/>
                    <a:pt x="3029" y="254"/>
                    <a:pt x="2941" y="223"/>
                  </a:cubicBezTo>
                  <a:cubicBezTo>
                    <a:pt x="2853" y="196"/>
                    <a:pt x="2728" y="156"/>
                    <a:pt x="2577" y="116"/>
                  </a:cubicBezTo>
                  <a:cubicBezTo>
                    <a:pt x="2324" y="52"/>
                    <a:pt x="1990" y="1"/>
                    <a:pt x="1636" y="1"/>
                  </a:cubicBezTo>
                  <a:close/>
                  <a:moveTo>
                    <a:pt x="12" y="808"/>
                  </a:moveTo>
                  <a:cubicBezTo>
                    <a:pt x="12" y="808"/>
                    <a:pt x="12" y="809"/>
                    <a:pt x="12" y="809"/>
                  </a:cubicBezTo>
                  <a:cubicBezTo>
                    <a:pt x="12" y="809"/>
                    <a:pt x="12" y="808"/>
                    <a:pt x="12" y="808"/>
                  </a:cubicBezTo>
                  <a:close/>
                </a:path>
              </a:pathLst>
            </a:custGeom>
            <a:solidFill>
              <a:srgbClr val="435E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p:nvPr/>
          </p:nvSpPr>
          <p:spPr>
            <a:xfrm rot="-3148857">
              <a:off x="1613786" y="4287710"/>
              <a:ext cx="263626" cy="263903"/>
            </a:xfrm>
            <a:custGeom>
              <a:rect b="b" l="l" r="r" t="t"/>
              <a:pathLst>
                <a:path extrusionOk="0" h="1902" w="1900">
                  <a:moveTo>
                    <a:pt x="1900" y="1"/>
                  </a:moveTo>
                  <a:lnTo>
                    <a:pt x="1" y="1385"/>
                  </a:lnTo>
                  <a:lnTo>
                    <a:pt x="1" y="1901"/>
                  </a:lnTo>
                  <a:lnTo>
                    <a:pt x="1900" y="1741"/>
                  </a:lnTo>
                  <a:lnTo>
                    <a:pt x="190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p:nvPr/>
          </p:nvSpPr>
          <p:spPr>
            <a:xfrm rot="-3148857">
              <a:off x="2720929" y="2845833"/>
              <a:ext cx="263626" cy="263903"/>
            </a:xfrm>
            <a:custGeom>
              <a:rect b="b" l="l" r="r" t="t"/>
              <a:pathLst>
                <a:path extrusionOk="0" h="1902" w="1900">
                  <a:moveTo>
                    <a:pt x="1" y="1"/>
                  </a:moveTo>
                  <a:lnTo>
                    <a:pt x="1" y="1741"/>
                  </a:lnTo>
                  <a:lnTo>
                    <a:pt x="1900" y="1901"/>
                  </a:lnTo>
                  <a:lnTo>
                    <a:pt x="1900" y="1385"/>
                  </a:ln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p:nvPr/>
          </p:nvSpPr>
          <p:spPr>
            <a:xfrm rot="-3148857">
              <a:off x="2630302" y="4148719"/>
              <a:ext cx="92547" cy="1673330"/>
            </a:xfrm>
            <a:custGeom>
              <a:rect b="b" l="l" r="r" t="t"/>
              <a:pathLst>
                <a:path extrusionOk="0" h="12060" w="667">
                  <a:moveTo>
                    <a:pt x="209" y="1"/>
                  </a:moveTo>
                  <a:cubicBezTo>
                    <a:pt x="93" y="1"/>
                    <a:pt x="1" y="97"/>
                    <a:pt x="5" y="214"/>
                  </a:cubicBezTo>
                  <a:lnTo>
                    <a:pt x="58" y="2774"/>
                  </a:lnTo>
                  <a:cubicBezTo>
                    <a:pt x="120" y="2659"/>
                    <a:pt x="244" y="2579"/>
                    <a:pt x="390" y="2579"/>
                  </a:cubicBezTo>
                  <a:lnTo>
                    <a:pt x="470" y="2579"/>
                  </a:lnTo>
                  <a:lnTo>
                    <a:pt x="422" y="204"/>
                  </a:lnTo>
                  <a:cubicBezTo>
                    <a:pt x="422" y="89"/>
                    <a:pt x="324" y="1"/>
                    <a:pt x="214" y="1"/>
                  </a:cubicBezTo>
                  <a:close/>
                  <a:moveTo>
                    <a:pt x="62" y="3156"/>
                  </a:moveTo>
                  <a:lnTo>
                    <a:pt x="244" y="11851"/>
                  </a:lnTo>
                  <a:cubicBezTo>
                    <a:pt x="249" y="11966"/>
                    <a:pt x="342" y="12060"/>
                    <a:pt x="458" y="12060"/>
                  </a:cubicBezTo>
                  <a:lnTo>
                    <a:pt x="462" y="12060"/>
                  </a:lnTo>
                  <a:cubicBezTo>
                    <a:pt x="577" y="12054"/>
                    <a:pt x="666" y="11958"/>
                    <a:pt x="666" y="11841"/>
                  </a:cubicBezTo>
                  <a:lnTo>
                    <a:pt x="599" y="8678"/>
                  </a:lnTo>
                  <a:cubicBezTo>
                    <a:pt x="577" y="8664"/>
                    <a:pt x="550" y="8651"/>
                    <a:pt x="529" y="8637"/>
                  </a:cubicBezTo>
                  <a:cubicBezTo>
                    <a:pt x="271" y="8459"/>
                    <a:pt x="200" y="8105"/>
                    <a:pt x="378" y="7843"/>
                  </a:cubicBezTo>
                  <a:lnTo>
                    <a:pt x="577" y="7554"/>
                  </a:lnTo>
                  <a:lnTo>
                    <a:pt x="488" y="3338"/>
                  </a:lnTo>
                  <a:lnTo>
                    <a:pt x="390" y="3338"/>
                  </a:lnTo>
                  <a:cubicBezTo>
                    <a:pt x="253" y="3338"/>
                    <a:pt x="129" y="3262"/>
                    <a:pt x="62" y="3156"/>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rot="-3148857">
              <a:off x="2883838" y="5076300"/>
              <a:ext cx="55639" cy="156094"/>
            </a:xfrm>
            <a:custGeom>
              <a:rect b="b" l="l" r="r" t="t"/>
              <a:pathLst>
                <a:path extrusionOk="0" h="1125" w="401">
                  <a:moveTo>
                    <a:pt x="378" y="1"/>
                  </a:moveTo>
                  <a:lnTo>
                    <a:pt x="179" y="290"/>
                  </a:lnTo>
                  <a:cubicBezTo>
                    <a:pt x="1" y="552"/>
                    <a:pt x="72" y="906"/>
                    <a:pt x="330" y="1084"/>
                  </a:cubicBezTo>
                  <a:cubicBezTo>
                    <a:pt x="351" y="1098"/>
                    <a:pt x="378" y="1111"/>
                    <a:pt x="400" y="1125"/>
                  </a:cubicBezTo>
                  <a:lnTo>
                    <a:pt x="37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rot="-3148857">
              <a:off x="2303584" y="4679781"/>
              <a:ext cx="59801" cy="105312"/>
            </a:xfrm>
            <a:custGeom>
              <a:rect b="b" l="l" r="r" t="t"/>
              <a:pathLst>
                <a:path extrusionOk="0" h="759" w="431">
                  <a:moveTo>
                    <a:pt x="332" y="0"/>
                  </a:moveTo>
                  <a:cubicBezTo>
                    <a:pt x="186" y="0"/>
                    <a:pt x="62" y="80"/>
                    <a:pt x="0" y="195"/>
                  </a:cubicBezTo>
                  <a:lnTo>
                    <a:pt x="4" y="577"/>
                  </a:lnTo>
                  <a:cubicBezTo>
                    <a:pt x="71" y="683"/>
                    <a:pt x="195" y="759"/>
                    <a:pt x="332" y="759"/>
                  </a:cubicBezTo>
                  <a:lnTo>
                    <a:pt x="430" y="759"/>
                  </a:lnTo>
                  <a:lnTo>
                    <a:pt x="41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rot="-3148857">
              <a:off x="3593481" y="2894423"/>
              <a:ext cx="92408" cy="1673330"/>
            </a:xfrm>
            <a:custGeom>
              <a:rect b="b" l="l" r="r" t="t"/>
              <a:pathLst>
                <a:path extrusionOk="0" h="12060" w="666">
                  <a:moveTo>
                    <a:pt x="453" y="1"/>
                  </a:moveTo>
                  <a:cubicBezTo>
                    <a:pt x="342" y="1"/>
                    <a:pt x="244" y="89"/>
                    <a:pt x="244" y="204"/>
                  </a:cubicBezTo>
                  <a:lnTo>
                    <a:pt x="195" y="2579"/>
                  </a:lnTo>
                  <a:lnTo>
                    <a:pt x="279" y="2579"/>
                  </a:lnTo>
                  <a:cubicBezTo>
                    <a:pt x="422" y="2579"/>
                    <a:pt x="546" y="2659"/>
                    <a:pt x="609" y="2774"/>
                  </a:cubicBezTo>
                  <a:lnTo>
                    <a:pt x="662" y="214"/>
                  </a:lnTo>
                  <a:cubicBezTo>
                    <a:pt x="666" y="97"/>
                    <a:pt x="572" y="1"/>
                    <a:pt x="457" y="1"/>
                  </a:cubicBezTo>
                  <a:close/>
                  <a:moveTo>
                    <a:pt x="603" y="3156"/>
                  </a:moveTo>
                  <a:lnTo>
                    <a:pt x="603" y="3156"/>
                  </a:lnTo>
                  <a:cubicBezTo>
                    <a:pt x="537" y="3262"/>
                    <a:pt x="413" y="3338"/>
                    <a:pt x="279" y="3338"/>
                  </a:cubicBezTo>
                  <a:lnTo>
                    <a:pt x="177" y="3338"/>
                  </a:lnTo>
                  <a:lnTo>
                    <a:pt x="89" y="7554"/>
                  </a:lnTo>
                  <a:lnTo>
                    <a:pt x="289" y="7843"/>
                  </a:lnTo>
                  <a:cubicBezTo>
                    <a:pt x="466" y="8105"/>
                    <a:pt x="400" y="8459"/>
                    <a:pt x="138" y="8637"/>
                  </a:cubicBezTo>
                  <a:cubicBezTo>
                    <a:pt x="115" y="8651"/>
                    <a:pt x="89" y="8664"/>
                    <a:pt x="66" y="8678"/>
                  </a:cubicBezTo>
                  <a:lnTo>
                    <a:pt x="0" y="11841"/>
                  </a:lnTo>
                  <a:cubicBezTo>
                    <a:pt x="0" y="11958"/>
                    <a:pt x="89" y="12054"/>
                    <a:pt x="204" y="12060"/>
                  </a:cubicBezTo>
                  <a:lnTo>
                    <a:pt x="209" y="12060"/>
                  </a:lnTo>
                  <a:cubicBezTo>
                    <a:pt x="324" y="12060"/>
                    <a:pt x="417" y="11966"/>
                    <a:pt x="422" y="11851"/>
                  </a:cubicBezTo>
                  <a:lnTo>
                    <a:pt x="603" y="3156"/>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p:nvPr/>
          </p:nvSpPr>
          <p:spPr>
            <a:xfrm rot="-3148857">
              <a:off x="3835778" y="3836641"/>
              <a:ext cx="55500" cy="156094"/>
            </a:xfrm>
            <a:custGeom>
              <a:rect b="b" l="l" r="r" t="t"/>
              <a:pathLst>
                <a:path extrusionOk="0" h="1125" w="400">
                  <a:moveTo>
                    <a:pt x="23" y="1"/>
                  </a:moveTo>
                  <a:lnTo>
                    <a:pt x="0" y="1125"/>
                  </a:lnTo>
                  <a:cubicBezTo>
                    <a:pt x="23" y="1111"/>
                    <a:pt x="49" y="1098"/>
                    <a:pt x="72" y="1084"/>
                  </a:cubicBezTo>
                  <a:cubicBezTo>
                    <a:pt x="334" y="906"/>
                    <a:pt x="400" y="552"/>
                    <a:pt x="223" y="290"/>
                  </a:cubicBezTo>
                  <a:lnTo>
                    <a:pt x="2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rot="-3148857">
              <a:off x="3276765" y="3412279"/>
              <a:ext cx="59940" cy="105312"/>
            </a:xfrm>
            <a:custGeom>
              <a:rect b="b" l="l" r="r" t="t"/>
              <a:pathLst>
                <a:path extrusionOk="0" h="759" w="432">
                  <a:moveTo>
                    <a:pt x="18" y="0"/>
                  </a:moveTo>
                  <a:lnTo>
                    <a:pt x="0" y="759"/>
                  </a:lnTo>
                  <a:lnTo>
                    <a:pt x="102" y="759"/>
                  </a:lnTo>
                  <a:cubicBezTo>
                    <a:pt x="236" y="759"/>
                    <a:pt x="360" y="683"/>
                    <a:pt x="426" y="577"/>
                  </a:cubicBezTo>
                  <a:lnTo>
                    <a:pt x="432" y="195"/>
                  </a:lnTo>
                  <a:cubicBezTo>
                    <a:pt x="369" y="80"/>
                    <a:pt x="245" y="0"/>
                    <a:pt x="10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rot="-3148857">
              <a:off x="152333" y="3032498"/>
              <a:ext cx="325231" cy="294567"/>
            </a:xfrm>
            <a:custGeom>
              <a:rect b="b" l="l" r="r" t="t"/>
              <a:pathLst>
                <a:path extrusionOk="0" h="2123" w="2344">
                  <a:moveTo>
                    <a:pt x="1799" y="0"/>
                  </a:moveTo>
                  <a:cubicBezTo>
                    <a:pt x="1478" y="0"/>
                    <a:pt x="1071" y="426"/>
                    <a:pt x="816" y="652"/>
                  </a:cubicBezTo>
                  <a:cubicBezTo>
                    <a:pt x="378" y="1043"/>
                    <a:pt x="0" y="1553"/>
                    <a:pt x="470" y="1971"/>
                  </a:cubicBezTo>
                  <a:cubicBezTo>
                    <a:pt x="592" y="2078"/>
                    <a:pt x="714" y="2123"/>
                    <a:pt x="833" y="2123"/>
                  </a:cubicBezTo>
                  <a:cubicBezTo>
                    <a:pt x="1277" y="2123"/>
                    <a:pt x="1682" y="1493"/>
                    <a:pt x="1913" y="1088"/>
                  </a:cubicBezTo>
                  <a:cubicBezTo>
                    <a:pt x="2126" y="719"/>
                    <a:pt x="2344" y="369"/>
                    <a:pt x="2011" y="80"/>
                  </a:cubicBezTo>
                  <a:cubicBezTo>
                    <a:pt x="1947" y="24"/>
                    <a:pt x="1875" y="0"/>
                    <a:pt x="1799" y="0"/>
                  </a:cubicBezTo>
                  <a:close/>
                </a:path>
              </a:pathLst>
            </a:custGeom>
            <a:solidFill>
              <a:srgbClr val="D28C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rot="-3148857">
              <a:off x="211349" y="3116368"/>
              <a:ext cx="179404" cy="162338"/>
            </a:xfrm>
            <a:custGeom>
              <a:rect b="b" l="l" r="r" t="t"/>
              <a:pathLst>
                <a:path extrusionOk="0" h="1170" w="1293">
                  <a:moveTo>
                    <a:pt x="994" y="1"/>
                  </a:moveTo>
                  <a:cubicBezTo>
                    <a:pt x="816" y="1"/>
                    <a:pt x="594" y="237"/>
                    <a:pt x="453" y="359"/>
                  </a:cubicBezTo>
                  <a:cubicBezTo>
                    <a:pt x="210" y="576"/>
                    <a:pt x="1" y="857"/>
                    <a:pt x="263" y="1087"/>
                  </a:cubicBezTo>
                  <a:cubicBezTo>
                    <a:pt x="329" y="1145"/>
                    <a:pt x="396" y="1169"/>
                    <a:pt x="461" y="1169"/>
                  </a:cubicBezTo>
                  <a:cubicBezTo>
                    <a:pt x="704" y="1169"/>
                    <a:pt x="928" y="823"/>
                    <a:pt x="1057" y="599"/>
                  </a:cubicBezTo>
                  <a:cubicBezTo>
                    <a:pt x="1172" y="400"/>
                    <a:pt x="1293" y="204"/>
                    <a:pt x="1111" y="44"/>
                  </a:cubicBezTo>
                  <a:cubicBezTo>
                    <a:pt x="1075" y="14"/>
                    <a:pt x="1036" y="1"/>
                    <a:pt x="994" y="1"/>
                  </a:cubicBezTo>
                  <a:close/>
                </a:path>
              </a:pathLst>
            </a:custGeom>
            <a:solidFill>
              <a:srgbClr val="D8A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rot="-3148857">
              <a:off x="1122894" y="1768407"/>
              <a:ext cx="325370" cy="294567"/>
            </a:xfrm>
            <a:custGeom>
              <a:rect b="b" l="l" r="r" t="t"/>
              <a:pathLst>
                <a:path extrusionOk="0" h="2123" w="2345">
                  <a:moveTo>
                    <a:pt x="546" y="0"/>
                  </a:moveTo>
                  <a:cubicBezTo>
                    <a:pt x="470" y="0"/>
                    <a:pt x="398" y="24"/>
                    <a:pt x="333" y="80"/>
                  </a:cubicBezTo>
                  <a:cubicBezTo>
                    <a:pt x="1" y="369"/>
                    <a:pt x="218" y="719"/>
                    <a:pt x="431" y="1088"/>
                  </a:cubicBezTo>
                  <a:cubicBezTo>
                    <a:pt x="662" y="1493"/>
                    <a:pt x="1067" y="2123"/>
                    <a:pt x="1511" y="2123"/>
                  </a:cubicBezTo>
                  <a:cubicBezTo>
                    <a:pt x="1630" y="2123"/>
                    <a:pt x="1751" y="2078"/>
                    <a:pt x="1873" y="1971"/>
                  </a:cubicBezTo>
                  <a:cubicBezTo>
                    <a:pt x="2344" y="1553"/>
                    <a:pt x="1967" y="1043"/>
                    <a:pt x="1527" y="652"/>
                  </a:cubicBezTo>
                  <a:cubicBezTo>
                    <a:pt x="1272" y="426"/>
                    <a:pt x="869" y="0"/>
                    <a:pt x="546" y="0"/>
                  </a:cubicBezTo>
                  <a:close/>
                </a:path>
              </a:pathLst>
            </a:custGeom>
            <a:solidFill>
              <a:srgbClr val="D28C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rot="-3148857">
              <a:off x="1209427" y="1816622"/>
              <a:ext cx="179266" cy="162338"/>
            </a:xfrm>
            <a:custGeom>
              <a:rect b="b" l="l" r="r" t="t"/>
              <a:pathLst>
                <a:path extrusionOk="0" h="1170" w="1292">
                  <a:moveTo>
                    <a:pt x="299" y="1"/>
                  </a:moveTo>
                  <a:cubicBezTo>
                    <a:pt x="258" y="1"/>
                    <a:pt x="218" y="14"/>
                    <a:pt x="183" y="44"/>
                  </a:cubicBezTo>
                  <a:cubicBezTo>
                    <a:pt x="1" y="204"/>
                    <a:pt x="120" y="400"/>
                    <a:pt x="236" y="599"/>
                  </a:cubicBezTo>
                  <a:cubicBezTo>
                    <a:pt x="366" y="823"/>
                    <a:pt x="589" y="1169"/>
                    <a:pt x="833" y="1169"/>
                  </a:cubicBezTo>
                  <a:cubicBezTo>
                    <a:pt x="897" y="1169"/>
                    <a:pt x="964" y="1145"/>
                    <a:pt x="1030" y="1087"/>
                  </a:cubicBezTo>
                  <a:cubicBezTo>
                    <a:pt x="1292" y="857"/>
                    <a:pt x="1083" y="576"/>
                    <a:pt x="839" y="359"/>
                  </a:cubicBezTo>
                  <a:cubicBezTo>
                    <a:pt x="699" y="237"/>
                    <a:pt x="478" y="1"/>
                    <a:pt x="299" y="1"/>
                  </a:cubicBezTo>
                  <a:close/>
                </a:path>
              </a:pathLst>
            </a:custGeom>
            <a:solidFill>
              <a:srgbClr val="D8A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 name="Shape 263"/>
        <p:cNvGrpSpPr/>
        <p:nvPr/>
      </p:nvGrpSpPr>
      <p:grpSpPr>
        <a:xfrm>
          <a:off x="0" y="0"/>
          <a:ext cx="0" cy="0"/>
          <a:chOff x="0" y="0"/>
          <a:chExt cx="0" cy="0"/>
        </a:xfrm>
      </p:grpSpPr>
      <p:sp>
        <p:nvSpPr>
          <p:cNvPr id="264" name="Google Shape;264;p14"/>
          <p:cNvSpPr txBox="1"/>
          <p:nvPr>
            <p:ph type="title"/>
          </p:nvPr>
        </p:nvSpPr>
        <p:spPr>
          <a:xfrm>
            <a:off x="274100" y="403225"/>
            <a:ext cx="8655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Self-Driving Cars and How Do They See?</a:t>
            </a:r>
            <a:endParaRPr/>
          </a:p>
        </p:txBody>
      </p:sp>
      <p:sp>
        <p:nvSpPr>
          <p:cNvPr id="265" name="Google Shape;265;p14"/>
          <p:cNvSpPr txBox="1"/>
          <p:nvPr/>
        </p:nvSpPr>
        <p:spPr>
          <a:xfrm>
            <a:off x="690750" y="1460075"/>
            <a:ext cx="3984300" cy="3112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Autonomous vehicles use a mix of LiDAR, radar, and camera-based vision systems to sense the objects either moving away from them, or staying still. </a:t>
            </a:r>
            <a:endParaRPr>
              <a:solidFill>
                <a:schemeClr val="dk2"/>
              </a:solidFill>
              <a:latin typeface="Ubuntu"/>
              <a:ea typeface="Ubuntu"/>
              <a:cs typeface="Ubuntu"/>
              <a:sym typeface="Ubuntu"/>
            </a:endParaRPr>
          </a:p>
          <a:p>
            <a:pPr indent="0" lvl="0" marL="0" rtl="0" algn="l">
              <a:spcBef>
                <a:spcPts val="0"/>
              </a:spcBef>
              <a:spcAft>
                <a:spcPts val="0"/>
              </a:spcAft>
              <a:buNone/>
            </a:pPr>
            <a:r>
              <a:t/>
            </a:r>
            <a:endParaRPr>
              <a:solidFill>
                <a:schemeClr val="dk2"/>
              </a:solidFill>
              <a:latin typeface="Ubuntu"/>
              <a:ea typeface="Ubuntu"/>
              <a:cs typeface="Ubuntu"/>
              <a:sym typeface="Ubuntu"/>
            </a:endParaRPr>
          </a:p>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This is where AI-based image classification helps the car recognize what's on the road, and provide input to our image classification</a:t>
            </a:r>
            <a:endParaRPr>
              <a:solidFill>
                <a:schemeClr val="dk2"/>
              </a:solidFill>
              <a:latin typeface="Ubuntu"/>
              <a:ea typeface="Ubuntu"/>
              <a:cs typeface="Ubuntu"/>
              <a:sym typeface="Ubuntu"/>
            </a:endParaRPr>
          </a:p>
          <a:p>
            <a:pPr indent="0" lvl="0" marL="0" rtl="0" algn="l">
              <a:spcBef>
                <a:spcPts val="0"/>
              </a:spcBef>
              <a:spcAft>
                <a:spcPts val="0"/>
              </a:spcAft>
              <a:buNone/>
            </a:pPr>
            <a:r>
              <a:t/>
            </a:r>
            <a:endParaRPr>
              <a:solidFill>
                <a:schemeClr val="dk2"/>
              </a:solidFill>
              <a:latin typeface="Ubuntu"/>
              <a:ea typeface="Ubuntu"/>
              <a:cs typeface="Ubuntu"/>
              <a:sym typeface="Ubuntu"/>
            </a:endParaRPr>
          </a:p>
        </p:txBody>
      </p:sp>
      <p:pic>
        <p:nvPicPr>
          <p:cNvPr id="266" name="Google Shape;266;p14"/>
          <p:cNvPicPr preferRelativeResize="0"/>
          <p:nvPr/>
        </p:nvPicPr>
        <p:blipFill>
          <a:blip r:embed="rId3">
            <a:alphaModFix/>
          </a:blip>
          <a:stretch>
            <a:fillRect/>
          </a:stretch>
        </p:blipFill>
        <p:spPr>
          <a:xfrm>
            <a:off x="5551125" y="975913"/>
            <a:ext cx="2161494" cy="38627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0" name="Shape 270"/>
        <p:cNvGrpSpPr/>
        <p:nvPr/>
      </p:nvGrpSpPr>
      <p:grpSpPr>
        <a:xfrm>
          <a:off x="0" y="0"/>
          <a:ext cx="0" cy="0"/>
          <a:chOff x="0" y="0"/>
          <a:chExt cx="0" cy="0"/>
        </a:xfrm>
      </p:grpSpPr>
      <p:sp>
        <p:nvSpPr>
          <p:cNvPr id="271" name="Google Shape;271;p15"/>
          <p:cNvSpPr txBox="1"/>
          <p:nvPr>
            <p:ph type="title"/>
          </p:nvPr>
        </p:nvSpPr>
        <p:spPr>
          <a:xfrm>
            <a:off x="713232" y="4032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Understanding The Data</a:t>
            </a:r>
            <a:endParaRPr/>
          </a:p>
        </p:txBody>
      </p:sp>
      <p:sp>
        <p:nvSpPr>
          <p:cNvPr id="272" name="Google Shape;272;p15"/>
          <p:cNvSpPr txBox="1"/>
          <p:nvPr/>
        </p:nvSpPr>
        <p:spPr>
          <a:xfrm>
            <a:off x="362825" y="1063375"/>
            <a:ext cx="7557600" cy="1774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2"/>
              </a:buClr>
              <a:buSzPts val="1400"/>
              <a:buFont typeface="Ubuntu"/>
              <a:buChar char="●"/>
            </a:pPr>
            <a:r>
              <a:rPr lang="en">
                <a:solidFill>
                  <a:schemeClr val="dk2"/>
                </a:solidFill>
                <a:latin typeface="Ubuntu"/>
                <a:ea typeface="Ubuntu"/>
                <a:cs typeface="Ubuntu"/>
                <a:sym typeface="Ubuntu"/>
              </a:rPr>
              <a:t>We used a few select pieces of a dataset called </a:t>
            </a:r>
            <a:r>
              <a:rPr b="1" lang="en">
                <a:solidFill>
                  <a:schemeClr val="dk2"/>
                </a:solidFill>
                <a:latin typeface="Ubuntu"/>
                <a:ea typeface="Ubuntu"/>
                <a:cs typeface="Ubuntu"/>
                <a:sym typeface="Ubuntu"/>
              </a:rPr>
              <a:t>CIFAR-10, a dataset that specializes in image </a:t>
            </a:r>
            <a:r>
              <a:rPr b="1" lang="en">
                <a:solidFill>
                  <a:schemeClr val="dk2"/>
                </a:solidFill>
                <a:latin typeface="Ubuntu"/>
                <a:ea typeface="Ubuntu"/>
                <a:cs typeface="Ubuntu"/>
                <a:sym typeface="Ubuntu"/>
              </a:rPr>
              <a:t>classification. </a:t>
            </a:r>
            <a:endParaRPr b="1">
              <a:solidFill>
                <a:schemeClr val="dk2"/>
              </a:solidFill>
              <a:latin typeface="Ubuntu"/>
              <a:ea typeface="Ubuntu"/>
              <a:cs typeface="Ubuntu"/>
              <a:sym typeface="Ubuntu"/>
            </a:endParaRPr>
          </a:p>
          <a:p>
            <a:pPr indent="-317500" lvl="0" marL="457200" rtl="0" algn="l">
              <a:lnSpc>
                <a:spcPct val="115000"/>
              </a:lnSpc>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Specifically we used the vehicle dataset: car, track, and background</a:t>
            </a:r>
            <a:endParaRPr>
              <a:solidFill>
                <a:schemeClr val="dk2"/>
              </a:solidFill>
              <a:latin typeface="Ubuntu"/>
              <a:ea typeface="Ubuntu"/>
              <a:cs typeface="Ubuntu"/>
              <a:sym typeface="Ubuntu"/>
            </a:endParaRPr>
          </a:p>
          <a:p>
            <a:pPr indent="-317500" lvl="0" marL="457200" rtl="0" algn="l">
              <a:lnSpc>
                <a:spcPct val="115000"/>
              </a:lnSpc>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This gives us a manageable way to train an image classifier that forms the foundation of a self-driving car’s vision system.</a:t>
            </a:r>
            <a:endParaRPr>
              <a:solidFill>
                <a:schemeClr val="dk2"/>
              </a:solidFill>
              <a:latin typeface="Ubuntu"/>
              <a:ea typeface="Ubuntu"/>
              <a:cs typeface="Ubuntu"/>
              <a:sym typeface="Ubuntu"/>
            </a:endParaRPr>
          </a:p>
          <a:p>
            <a:pPr indent="0" lvl="0" marL="0" rtl="0" algn="l">
              <a:lnSpc>
                <a:spcPct val="115000"/>
              </a:lnSpc>
              <a:spcBef>
                <a:spcPts val="1200"/>
              </a:spcBef>
              <a:spcAft>
                <a:spcPts val="0"/>
              </a:spcAft>
              <a:buNone/>
            </a:pPr>
            <a:r>
              <a:t/>
            </a:r>
            <a:endParaRPr>
              <a:solidFill>
                <a:schemeClr val="dk2"/>
              </a:solidFill>
              <a:latin typeface="Ubuntu"/>
              <a:ea typeface="Ubuntu"/>
              <a:cs typeface="Ubuntu"/>
              <a:sym typeface="Ubuntu"/>
            </a:endParaRPr>
          </a:p>
          <a:p>
            <a:pPr indent="0" lvl="0" marL="0" rtl="0" algn="l">
              <a:spcBef>
                <a:spcPts val="1200"/>
              </a:spcBef>
              <a:spcAft>
                <a:spcPts val="0"/>
              </a:spcAft>
              <a:buNone/>
            </a:pPr>
            <a:r>
              <a:t/>
            </a:r>
            <a:endParaRPr>
              <a:solidFill>
                <a:schemeClr val="dk2"/>
              </a:solidFill>
              <a:latin typeface="Ubuntu"/>
              <a:ea typeface="Ubuntu"/>
              <a:cs typeface="Ubuntu"/>
              <a:sym typeface="Ubuntu"/>
            </a:endParaRPr>
          </a:p>
          <a:p>
            <a:pPr indent="0" lvl="0" marL="0" rtl="0" algn="l">
              <a:spcBef>
                <a:spcPts val="0"/>
              </a:spcBef>
              <a:spcAft>
                <a:spcPts val="0"/>
              </a:spcAft>
              <a:buNone/>
            </a:pPr>
            <a:r>
              <a:t/>
            </a:r>
            <a:endParaRPr>
              <a:solidFill>
                <a:schemeClr val="dk2"/>
              </a:solidFill>
              <a:latin typeface="Ubuntu"/>
              <a:ea typeface="Ubuntu"/>
              <a:cs typeface="Ubuntu"/>
              <a:sym typeface="Ubuntu"/>
            </a:endParaRPr>
          </a:p>
        </p:txBody>
      </p:sp>
      <p:pic>
        <p:nvPicPr>
          <p:cNvPr id="273" name="Google Shape;273;p15"/>
          <p:cNvPicPr preferRelativeResize="0"/>
          <p:nvPr/>
        </p:nvPicPr>
        <p:blipFill rotWithShape="1">
          <a:blip r:embed="rId3">
            <a:alphaModFix/>
          </a:blip>
          <a:srcRect b="0" l="0" r="0" t="16874"/>
          <a:stretch/>
        </p:blipFill>
        <p:spPr>
          <a:xfrm>
            <a:off x="400025" y="2925023"/>
            <a:ext cx="8343900" cy="1369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332232" y="4032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 and Model Design</a:t>
            </a:r>
            <a:endParaRPr/>
          </a:p>
        </p:txBody>
      </p:sp>
      <p:sp>
        <p:nvSpPr>
          <p:cNvPr id="279" name="Google Shape;279;p16"/>
          <p:cNvSpPr txBox="1"/>
          <p:nvPr/>
        </p:nvSpPr>
        <p:spPr>
          <a:xfrm>
            <a:off x="0" y="1396550"/>
            <a:ext cx="3197700" cy="2196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Normalize images (0-1 range)</a:t>
            </a:r>
            <a:endParaRPr>
              <a:solidFill>
                <a:schemeClr val="dk2"/>
              </a:solidFill>
              <a:latin typeface="Ubuntu"/>
              <a:ea typeface="Ubuntu"/>
              <a:cs typeface="Ubuntu"/>
              <a:sym typeface="Ubuntu"/>
            </a:endParaRPr>
          </a:p>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One-hot encode labels</a:t>
            </a:r>
            <a:endParaRPr>
              <a:solidFill>
                <a:schemeClr val="dk2"/>
              </a:solidFill>
              <a:latin typeface="Ubuntu"/>
              <a:ea typeface="Ubuntu"/>
              <a:cs typeface="Ubuntu"/>
              <a:sym typeface="Ubuntu"/>
            </a:endParaRPr>
          </a:p>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Neural network - 128 hidden units</a:t>
            </a:r>
            <a:endParaRPr>
              <a:solidFill>
                <a:schemeClr val="dk2"/>
              </a:solidFill>
              <a:latin typeface="Ubuntu"/>
              <a:ea typeface="Ubuntu"/>
              <a:cs typeface="Ubuntu"/>
              <a:sym typeface="Ubuntu"/>
            </a:endParaRPr>
          </a:p>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Optimizer: Adam + 20 epochs</a:t>
            </a:r>
            <a:endParaRPr>
              <a:solidFill>
                <a:schemeClr val="dk2"/>
              </a:solidFill>
              <a:latin typeface="Ubuntu"/>
              <a:ea typeface="Ubuntu"/>
              <a:cs typeface="Ubuntu"/>
              <a:sym typeface="Ubuntu"/>
            </a:endParaRPr>
          </a:p>
        </p:txBody>
      </p:sp>
      <p:pic>
        <p:nvPicPr>
          <p:cNvPr id="280" name="Google Shape;280;p16"/>
          <p:cNvPicPr preferRelativeResize="0"/>
          <p:nvPr/>
        </p:nvPicPr>
        <p:blipFill>
          <a:blip r:embed="rId3">
            <a:alphaModFix/>
          </a:blip>
          <a:stretch>
            <a:fillRect/>
          </a:stretch>
        </p:blipFill>
        <p:spPr>
          <a:xfrm>
            <a:off x="3162025" y="1106437"/>
            <a:ext cx="5767124" cy="2930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 name="Shape 284"/>
        <p:cNvGrpSpPr/>
        <p:nvPr/>
      </p:nvGrpSpPr>
      <p:grpSpPr>
        <a:xfrm>
          <a:off x="0" y="0"/>
          <a:ext cx="0" cy="0"/>
          <a:chOff x="0" y="0"/>
          <a:chExt cx="0" cy="0"/>
        </a:xfrm>
      </p:grpSpPr>
      <p:sp>
        <p:nvSpPr>
          <p:cNvPr id="285" name="Google Shape;285;p17"/>
          <p:cNvSpPr txBox="1"/>
          <p:nvPr>
            <p:ph type="title"/>
          </p:nvPr>
        </p:nvSpPr>
        <p:spPr>
          <a:xfrm>
            <a:off x="332232" y="4032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 Accuracy and Confusion</a:t>
            </a:r>
            <a:endParaRPr/>
          </a:p>
        </p:txBody>
      </p:sp>
      <p:sp>
        <p:nvSpPr>
          <p:cNvPr id="286" name="Google Shape;286;p17"/>
          <p:cNvSpPr txBox="1"/>
          <p:nvPr/>
        </p:nvSpPr>
        <p:spPr>
          <a:xfrm>
            <a:off x="293325" y="975925"/>
            <a:ext cx="4052700" cy="1094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70 percent </a:t>
            </a:r>
            <a:r>
              <a:rPr lang="en">
                <a:solidFill>
                  <a:schemeClr val="dk2"/>
                </a:solidFill>
                <a:latin typeface="Ubuntu"/>
                <a:ea typeface="Ubuntu"/>
                <a:cs typeface="Ubuntu"/>
                <a:sym typeface="Ubuntu"/>
              </a:rPr>
              <a:t>classification</a:t>
            </a:r>
            <a:r>
              <a:rPr lang="en">
                <a:solidFill>
                  <a:schemeClr val="dk2"/>
                </a:solidFill>
                <a:latin typeface="Ubuntu"/>
                <a:ea typeface="Ubuntu"/>
                <a:cs typeface="Ubuntu"/>
                <a:sym typeface="Ubuntu"/>
              </a:rPr>
              <a:t> accuracy</a:t>
            </a:r>
            <a:endParaRPr>
              <a:solidFill>
                <a:schemeClr val="dk2"/>
              </a:solidFill>
              <a:latin typeface="Ubuntu"/>
              <a:ea typeface="Ubuntu"/>
              <a:cs typeface="Ubuntu"/>
              <a:sym typeface="Ubuntu"/>
            </a:endParaRPr>
          </a:p>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Confusion: cars vs trucks</a:t>
            </a:r>
            <a:endParaRPr>
              <a:solidFill>
                <a:schemeClr val="dk2"/>
              </a:solidFill>
              <a:latin typeface="Ubuntu"/>
              <a:ea typeface="Ubuntu"/>
              <a:cs typeface="Ubuntu"/>
              <a:sym typeface="Ubuntu"/>
            </a:endParaRPr>
          </a:p>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Background class was the </a:t>
            </a:r>
            <a:r>
              <a:rPr lang="en">
                <a:solidFill>
                  <a:schemeClr val="dk2"/>
                </a:solidFill>
                <a:latin typeface="Ubuntu"/>
                <a:ea typeface="Ubuntu"/>
                <a:cs typeface="Ubuntu"/>
                <a:sym typeface="Ubuntu"/>
              </a:rPr>
              <a:t>easiest</a:t>
            </a:r>
            <a:endParaRPr>
              <a:solidFill>
                <a:schemeClr val="dk2"/>
              </a:solidFill>
              <a:latin typeface="Ubuntu"/>
              <a:ea typeface="Ubuntu"/>
              <a:cs typeface="Ubuntu"/>
              <a:sym typeface="Ubuntu"/>
            </a:endParaRPr>
          </a:p>
          <a:p>
            <a:pPr indent="-317500" lvl="0" marL="457200" rtl="0" algn="l">
              <a:spcBef>
                <a:spcPts val="0"/>
              </a:spcBef>
              <a:spcAft>
                <a:spcPts val="0"/>
              </a:spcAft>
              <a:buClr>
                <a:schemeClr val="dk2"/>
              </a:buClr>
              <a:buSzPts val="1400"/>
              <a:buFont typeface="Ubuntu"/>
              <a:buChar char="●"/>
            </a:pPr>
            <a:r>
              <a:rPr lang="en">
                <a:solidFill>
                  <a:schemeClr val="dk2"/>
                </a:solidFill>
                <a:latin typeface="Ubuntu"/>
                <a:ea typeface="Ubuntu"/>
                <a:cs typeface="Ubuntu"/>
                <a:sym typeface="Ubuntu"/>
              </a:rPr>
              <a:t>Foundation for vision systems</a:t>
            </a:r>
            <a:endParaRPr>
              <a:solidFill>
                <a:schemeClr val="dk2"/>
              </a:solidFill>
              <a:latin typeface="Ubuntu"/>
              <a:ea typeface="Ubuntu"/>
              <a:cs typeface="Ubuntu"/>
              <a:sym typeface="Ubuntu"/>
            </a:endParaRPr>
          </a:p>
        </p:txBody>
      </p:sp>
      <p:pic>
        <p:nvPicPr>
          <p:cNvPr id="287" name="Google Shape;287;p17"/>
          <p:cNvPicPr preferRelativeResize="0"/>
          <p:nvPr/>
        </p:nvPicPr>
        <p:blipFill>
          <a:blip r:embed="rId3">
            <a:alphaModFix/>
          </a:blip>
          <a:stretch>
            <a:fillRect/>
          </a:stretch>
        </p:blipFill>
        <p:spPr>
          <a:xfrm>
            <a:off x="293325" y="2267500"/>
            <a:ext cx="3382400" cy="2612850"/>
          </a:xfrm>
          <a:prstGeom prst="rect">
            <a:avLst/>
          </a:prstGeom>
          <a:noFill/>
          <a:ln>
            <a:noFill/>
          </a:ln>
        </p:spPr>
      </p:pic>
      <p:pic>
        <p:nvPicPr>
          <p:cNvPr id="288" name="Google Shape;288;p17"/>
          <p:cNvPicPr preferRelativeResize="0"/>
          <p:nvPr/>
        </p:nvPicPr>
        <p:blipFill>
          <a:blip r:embed="rId4">
            <a:alphaModFix/>
          </a:blip>
          <a:stretch>
            <a:fillRect/>
          </a:stretch>
        </p:blipFill>
        <p:spPr>
          <a:xfrm>
            <a:off x="4740849" y="1355775"/>
            <a:ext cx="3874574" cy="3635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713232" y="4032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What is a sliding window?</a:t>
            </a:r>
            <a:endParaRPr b="1"/>
          </a:p>
        </p:txBody>
      </p:sp>
      <p:pic>
        <p:nvPicPr>
          <p:cNvPr id="294" name="Google Shape;294;p18" title="slidingwindowgif.png"/>
          <p:cNvPicPr preferRelativeResize="0"/>
          <p:nvPr/>
        </p:nvPicPr>
        <p:blipFill>
          <a:blip r:embed="rId3">
            <a:alphaModFix/>
          </a:blip>
          <a:stretch>
            <a:fillRect/>
          </a:stretch>
        </p:blipFill>
        <p:spPr>
          <a:xfrm>
            <a:off x="1537725" y="2944375"/>
            <a:ext cx="5153000" cy="1796800"/>
          </a:xfrm>
          <a:prstGeom prst="rect">
            <a:avLst/>
          </a:prstGeom>
          <a:noFill/>
          <a:ln>
            <a:noFill/>
          </a:ln>
        </p:spPr>
      </p:pic>
      <p:sp>
        <p:nvSpPr>
          <p:cNvPr id="295" name="Google Shape;295;p18"/>
          <p:cNvSpPr txBox="1"/>
          <p:nvPr/>
        </p:nvSpPr>
        <p:spPr>
          <a:xfrm>
            <a:off x="713225" y="1414825"/>
            <a:ext cx="71781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2"/>
              </a:buClr>
              <a:buSzPts val="1400"/>
              <a:buFont typeface="Krona One"/>
              <a:buChar char="●"/>
            </a:pPr>
            <a:r>
              <a:rPr lang="en">
                <a:solidFill>
                  <a:schemeClr val="lt2"/>
                </a:solidFill>
                <a:latin typeface="Krona One"/>
                <a:ea typeface="Krona One"/>
                <a:cs typeface="Krona One"/>
                <a:sym typeface="Krona One"/>
              </a:rPr>
              <a:t>It’s a technique to scan different parts of an image.</a:t>
            </a:r>
            <a:br>
              <a:rPr lang="en">
                <a:solidFill>
                  <a:schemeClr val="lt2"/>
                </a:solidFill>
                <a:latin typeface="Krona One"/>
                <a:ea typeface="Krona One"/>
                <a:cs typeface="Krona One"/>
                <a:sym typeface="Krona One"/>
              </a:rPr>
            </a:br>
            <a:endParaRPr>
              <a:solidFill>
                <a:schemeClr val="lt2"/>
              </a:solidFill>
              <a:latin typeface="Krona One"/>
              <a:ea typeface="Krona One"/>
              <a:cs typeface="Krona One"/>
              <a:sym typeface="Krona One"/>
            </a:endParaRPr>
          </a:p>
          <a:p>
            <a:pPr indent="-317500" lvl="0" marL="457200" rtl="0" algn="l">
              <a:spcBef>
                <a:spcPts val="0"/>
              </a:spcBef>
              <a:spcAft>
                <a:spcPts val="0"/>
              </a:spcAft>
              <a:buClr>
                <a:schemeClr val="lt2"/>
              </a:buClr>
              <a:buSzPts val="1400"/>
              <a:buFont typeface="Krona One"/>
              <a:buChar char="●"/>
            </a:pPr>
            <a:r>
              <a:rPr lang="en">
                <a:solidFill>
                  <a:schemeClr val="lt2"/>
                </a:solidFill>
                <a:latin typeface="Krona One"/>
                <a:ea typeface="Krona One"/>
                <a:cs typeface="Krona One"/>
                <a:sym typeface="Krona One"/>
              </a:rPr>
              <a:t>Helps find where an object is located.</a:t>
            </a:r>
            <a:br>
              <a:rPr lang="en">
                <a:solidFill>
                  <a:schemeClr val="lt2"/>
                </a:solidFill>
                <a:latin typeface="Krona One"/>
                <a:ea typeface="Krona One"/>
                <a:cs typeface="Krona One"/>
                <a:sym typeface="Krona One"/>
              </a:rPr>
            </a:br>
            <a:endParaRPr>
              <a:solidFill>
                <a:schemeClr val="lt2"/>
              </a:solidFill>
              <a:latin typeface="Krona One"/>
              <a:ea typeface="Krona One"/>
              <a:cs typeface="Krona One"/>
              <a:sym typeface="Krona One"/>
            </a:endParaRPr>
          </a:p>
          <a:p>
            <a:pPr indent="-317500" lvl="0" marL="457200" rtl="0" algn="l">
              <a:spcBef>
                <a:spcPts val="0"/>
              </a:spcBef>
              <a:spcAft>
                <a:spcPts val="0"/>
              </a:spcAft>
              <a:buClr>
                <a:schemeClr val="lt2"/>
              </a:buClr>
              <a:buSzPts val="1400"/>
              <a:buFont typeface="Krona One"/>
              <a:buChar char="●"/>
            </a:pPr>
            <a:r>
              <a:rPr lang="en">
                <a:solidFill>
                  <a:schemeClr val="lt2"/>
                </a:solidFill>
                <a:latin typeface="Krona One"/>
                <a:ea typeface="Krona One"/>
                <a:cs typeface="Krona One"/>
                <a:sym typeface="Krona One"/>
              </a:rPr>
              <a:t>We break the image into small overlapping windows.</a:t>
            </a:r>
            <a:endParaRPr>
              <a:solidFill>
                <a:schemeClr val="lt2"/>
              </a:solidFill>
              <a:latin typeface="Krona One"/>
              <a:ea typeface="Krona One"/>
              <a:cs typeface="Krona One"/>
              <a:sym typeface="Krona One"/>
            </a:endParaRPr>
          </a:p>
        </p:txBody>
      </p:sp>
      <p:grpSp>
        <p:nvGrpSpPr>
          <p:cNvPr id="296" name="Google Shape;296;p18"/>
          <p:cNvGrpSpPr/>
          <p:nvPr/>
        </p:nvGrpSpPr>
        <p:grpSpPr>
          <a:xfrm>
            <a:off x="7295756" y="461385"/>
            <a:ext cx="1848247" cy="3403760"/>
            <a:chOff x="6" y="1009702"/>
            <a:chExt cx="2269458" cy="4179469"/>
          </a:xfrm>
        </p:grpSpPr>
        <p:grpSp>
          <p:nvGrpSpPr>
            <p:cNvPr id="297" name="Google Shape;297;p18"/>
            <p:cNvGrpSpPr/>
            <p:nvPr/>
          </p:nvGrpSpPr>
          <p:grpSpPr>
            <a:xfrm rot="9543332">
              <a:off x="574865" y="1130928"/>
              <a:ext cx="1042724" cy="1971814"/>
              <a:chOff x="2317210" y="2854708"/>
              <a:chExt cx="1786841" cy="3378955"/>
            </a:xfrm>
          </p:grpSpPr>
          <p:sp>
            <p:nvSpPr>
              <p:cNvPr id="298" name="Google Shape;298;p18"/>
              <p:cNvSpPr/>
              <p:nvPr/>
            </p:nvSpPr>
            <p:spPr>
              <a:xfrm>
                <a:off x="3570867" y="5957338"/>
                <a:ext cx="150196" cy="276325"/>
              </a:xfrm>
              <a:custGeom>
                <a:rect b="b" l="l" r="r" t="t"/>
                <a:pathLst>
                  <a:path extrusionOk="0" h="2526" w="1373">
                    <a:moveTo>
                      <a:pt x="689" y="0"/>
                    </a:moveTo>
                    <a:cubicBezTo>
                      <a:pt x="311" y="0"/>
                      <a:pt x="0" y="306"/>
                      <a:pt x="0" y="683"/>
                    </a:cubicBezTo>
                    <a:lnTo>
                      <a:pt x="0" y="1842"/>
                    </a:lnTo>
                    <a:cubicBezTo>
                      <a:pt x="0" y="2219"/>
                      <a:pt x="311" y="2526"/>
                      <a:pt x="689" y="2526"/>
                    </a:cubicBezTo>
                    <a:cubicBezTo>
                      <a:pt x="1066" y="2526"/>
                      <a:pt x="1372" y="2219"/>
                      <a:pt x="1372" y="1842"/>
                    </a:cubicBezTo>
                    <a:lnTo>
                      <a:pt x="1372" y="683"/>
                    </a:lnTo>
                    <a:cubicBezTo>
                      <a:pt x="1372" y="306"/>
                      <a:pt x="1066" y="0"/>
                      <a:pt x="689" y="0"/>
                    </a:cubicBezTo>
                    <a:close/>
                  </a:path>
                </a:pathLst>
              </a:custGeom>
              <a:solidFill>
                <a:srgbClr val="B9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8"/>
              <p:cNvSpPr/>
              <p:nvPr/>
            </p:nvSpPr>
            <p:spPr>
              <a:xfrm>
                <a:off x="2700308" y="5957338"/>
                <a:ext cx="150196" cy="276325"/>
              </a:xfrm>
              <a:custGeom>
                <a:rect b="b" l="l" r="r" t="t"/>
                <a:pathLst>
                  <a:path extrusionOk="0" h="2526" w="1373">
                    <a:moveTo>
                      <a:pt x="688" y="0"/>
                    </a:moveTo>
                    <a:cubicBezTo>
                      <a:pt x="307" y="0"/>
                      <a:pt x="0" y="306"/>
                      <a:pt x="0" y="683"/>
                    </a:cubicBezTo>
                    <a:lnTo>
                      <a:pt x="0" y="1842"/>
                    </a:lnTo>
                    <a:cubicBezTo>
                      <a:pt x="0" y="2219"/>
                      <a:pt x="307" y="2526"/>
                      <a:pt x="688" y="2526"/>
                    </a:cubicBezTo>
                    <a:cubicBezTo>
                      <a:pt x="1065" y="2526"/>
                      <a:pt x="1372" y="2219"/>
                      <a:pt x="1372" y="1842"/>
                    </a:cubicBezTo>
                    <a:lnTo>
                      <a:pt x="1372" y="683"/>
                    </a:lnTo>
                    <a:cubicBezTo>
                      <a:pt x="1372" y="306"/>
                      <a:pt x="1065" y="0"/>
                      <a:pt x="688" y="0"/>
                    </a:cubicBezTo>
                    <a:close/>
                  </a:path>
                </a:pathLst>
              </a:custGeom>
              <a:solidFill>
                <a:srgbClr val="B9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8"/>
              <p:cNvSpPr/>
              <p:nvPr/>
            </p:nvSpPr>
            <p:spPr>
              <a:xfrm>
                <a:off x="3896205" y="4973996"/>
                <a:ext cx="207846" cy="618177"/>
              </a:xfrm>
              <a:custGeom>
                <a:rect b="b" l="l" r="r" t="t"/>
                <a:pathLst>
                  <a:path extrusionOk="0" h="5651" w="1900">
                    <a:moveTo>
                      <a:pt x="950" y="1"/>
                    </a:moveTo>
                    <a:cubicBezTo>
                      <a:pt x="427" y="1"/>
                      <a:pt x="0" y="427"/>
                      <a:pt x="0" y="951"/>
                    </a:cubicBezTo>
                    <a:lnTo>
                      <a:pt x="0" y="4702"/>
                    </a:lnTo>
                    <a:cubicBezTo>
                      <a:pt x="0" y="5225"/>
                      <a:pt x="427" y="5651"/>
                      <a:pt x="950" y="5651"/>
                    </a:cubicBezTo>
                    <a:cubicBezTo>
                      <a:pt x="1478" y="5651"/>
                      <a:pt x="1900" y="5225"/>
                      <a:pt x="1900" y="4702"/>
                    </a:cubicBezTo>
                    <a:lnTo>
                      <a:pt x="1900" y="951"/>
                    </a:lnTo>
                    <a:cubicBezTo>
                      <a:pt x="1900" y="427"/>
                      <a:pt x="1478" y="1"/>
                      <a:pt x="950"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8"/>
              <p:cNvSpPr/>
              <p:nvPr/>
            </p:nvSpPr>
            <p:spPr>
              <a:xfrm>
                <a:off x="3896205" y="3602962"/>
                <a:ext cx="207846" cy="617739"/>
              </a:xfrm>
              <a:custGeom>
                <a:rect b="b" l="l" r="r" t="t"/>
                <a:pathLst>
                  <a:path extrusionOk="0" h="5647" w="1900">
                    <a:moveTo>
                      <a:pt x="950" y="1"/>
                    </a:moveTo>
                    <a:cubicBezTo>
                      <a:pt x="427" y="1"/>
                      <a:pt x="0" y="427"/>
                      <a:pt x="0" y="950"/>
                    </a:cubicBezTo>
                    <a:lnTo>
                      <a:pt x="0" y="4696"/>
                    </a:lnTo>
                    <a:cubicBezTo>
                      <a:pt x="0" y="5220"/>
                      <a:pt x="427" y="5646"/>
                      <a:pt x="950" y="5646"/>
                    </a:cubicBezTo>
                    <a:cubicBezTo>
                      <a:pt x="1478" y="5646"/>
                      <a:pt x="1900" y="5220"/>
                      <a:pt x="1900" y="4696"/>
                    </a:cubicBezTo>
                    <a:lnTo>
                      <a:pt x="1900" y="950"/>
                    </a:lnTo>
                    <a:cubicBezTo>
                      <a:pt x="1900" y="427"/>
                      <a:pt x="1478" y="1"/>
                      <a:pt x="950"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
              <p:cNvSpPr/>
              <p:nvPr/>
            </p:nvSpPr>
            <p:spPr>
              <a:xfrm>
                <a:off x="2317210" y="4973996"/>
                <a:ext cx="207955" cy="618177"/>
              </a:xfrm>
              <a:custGeom>
                <a:rect b="b" l="l" r="r" t="t"/>
                <a:pathLst>
                  <a:path extrusionOk="0" h="5651" w="1901">
                    <a:moveTo>
                      <a:pt x="950" y="1"/>
                    </a:moveTo>
                    <a:cubicBezTo>
                      <a:pt x="427" y="1"/>
                      <a:pt x="1" y="427"/>
                      <a:pt x="1" y="951"/>
                    </a:cubicBezTo>
                    <a:lnTo>
                      <a:pt x="1" y="4702"/>
                    </a:lnTo>
                    <a:cubicBezTo>
                      <a:pt x="1" y="5225"/>
                      <a:pt x="427" y="5651"/>
                      <a:pt x="950" y="5651"/>
                    </a:cubicBezTo>
                    <a:cubicBezTo>
                      <a:pt x="1474" y="5651"/>
                      <a:pt x="1900" y="5225"/>
                      <a:pt x="1900" y="4702"/>
                    </a:cubicBezTo>
                    <a:lnTo>
                      <a:pt x="1900" y="951"/>
                    </a:lnTo>
                    <a:cubicBezTo>
                      <a:pt x="1900" y="427"/>
                      <a:pt x="1474" y="1"/>
                      <a:pt x="950"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8"/>
              <p:cNvSpPr/>
              <p:nvPr/>
            </p:nvSpPr>
            <p:spPr>
              <a:xfrm>
                <a:off x="2317210" y="3602962"/>
                <a:ext cx="207955" cy="617739"/>
              </a:xfrm>
              <a:custGeom>
                <a:rect b="b" l="l" r="r" t="t"/>
                <a:pathLst>
                  <a:path extrusionOk="0" h="5647" w="1901">
                    <a:moveTo>
                      <a:pt x="950" y="1"/>
                    </a:moveTo>
                    <a:cubicBezTo>
                      <a:pt x="427" y="1"/>
                      <a:pt x="1" y="427"/>
                      <a:pt x="1" y="950"/>
                    </a:cubicBezTo>
                    <a:lnTo>
                      <a:pt x="1" y="4696"/>
                    </a:lnTo>
                    <a:cubicBezTo>
                      <a:pt x="1" y="5220"/>
                      <a:pt x="427" y="5646"/>
                      <a:pt x="950" y="5646"/>
                    </a:cubicBezTo>
                    <a:cubicBezTo>
                      <a:pt x="1474" y="5646"/>
                      <a:pt x="1900" y="5220"/>
                      <a:pt x="1900" y="4696"/>
                    </a:cubicBezTo>
                    <a:lnTo>
                      <a:pt x="1900" y="950"/>
                    </a:lnTo>
                    <a:cubicBezTo>
                      <a:pt x="1900" y="427"/>
                      <a:pt x="1474" y="1"/>
                      <a:pt x="950"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8"/>
              <p:cNvSpPr/>
              <p:nvPr/>
            </p:nvSpPr>
            <p:spPr>
              <a:xfrm>
                <a:off x="2386675" y="2854708"/>
                <a:ext cx="1648436" cy="3296762"/>
              </a:xfrm>
              <a:custGeom>
                <a:rect b="b" l="l" r="r" t="t"/>
                <a:pathLst>
                  <a:path extrusionOk="0" h="30137" w="15069">
                    <a:moveTo>
                      <a:pt x="4749" y="1"/>
                    </a:moveTo>
                    <a:cubicBezTo>
                      <a:pt x="2126" y="1"/>
                      <a:pt x="1" y="2127"/>
                      <a:pt x="1" y="4750"/>
                    </a:cubicBezTo>
                    <a:lnTo>
                      <a:pt x="1" y="25388"/>
                    </a:lnTo>
                    <a:cubicBezTo>
                      <a:pt x="1" y="28012"/>
                      <a:pt x="2126" y="30137"/>
                      <a:pt x="4749" y="30137"/>
                    </a:cubicBezTo>
                    <a:lnTo>
                      <a:pt x="10319" y="30137"/>
                    </a:lnTo>
                    <a:cubicBezTo>
                      <a:pt x="12943" y="30137"/>
                      <a:pt x="15068" y="28012"/>
                      <a:pt x="15068" y="25388"/>
                    </a:cubicBezTo>
                    <a:lnTo>
                      <a:pt x="15068" y="4750"/>
                    </a:lnTo>
                    <a:cubicBezTo>
                      <a:pt x="15068" y="2127"/>
                      <a:pt x="12943" y="1"/>
                      <a:pt x="10319" y="1"/>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8"/>
              <p:cNvSpPr/>
              <p:nvPr/>
            </p:nvSpPr>
            <p:spPr>
              <a:xfrm>
                <a:off x="2617278" y="2921767"/>
                <a:ext cx="1186690" cy="822085"/>
              </a:xfrm>
              <a:custGeom>
                <a:rect b="b" l="l" r="r" t="t"/>
                <a:pathLst>
                  <a:path extrusionOk="0" h="7515" w="10848">
                    <a:moveTo>
                      <a:pt x="3418" y="0"/>
                    </a:moveTo>
                    <a:cubicBezTo>
                      <a:pt x="1532" y="0"/>
                      <a:pt x="1" y="1531"/>
                      <a:pt x="1" y="3418"/>
                    </a:cubicBezTo>
                    <a:lnTo>
                      <a:pt x="1" y="7172"/>
                    </a:lnTo>
                    <a:lnTo>
                      <a:pt x="178" y="7514"/>
                    </a:lnTo>
                    <a:cubicBezTo>
                      <a:pt x="524" y="6973"/>
                      <a:pt x="1181" y="6582"/>
                      <a:pt x="1953" y="6511"/>
                    </a:cubicBezTo>
                    <a:lnTo>
                      <a:pt x="1953" y="4057"/>
                    </a:lnTo>
                    <a:cubicBezTo>
                      <a:pt x="1953" y="3010"/>
                      <a:pt x="2805" y="2157"/>
                      <a:pt x="3853" y="2157"/>
                    </a:cubicBezTo>
                    <a:lnTo>
                      <a:pt x="7000" y="2157"/>
                    </a:lnTo>
                    <a:cubicBezTo>
                      <a:pt x="8047" y="2157"/>
                      <a:pt x="8900" y="3010"/>
                      <a:pt x="8900" y="4057"/>
                    </a:cubicBezTo>
                    <a:lnTo>
                      <a:pt x="8900" y="6511"/>
                    </a:lnTo>
                    <a:cubicBezTo>
                      <a:pt x="9668" y="6582"/>
                      <a:pt x="10324" y="6973"/>
                      <a:pt x="10670" y="7514"/>
                    </a:cubicBezTo>
                    <a:lnTo>
                      <a:pt x="10848" y="7172"/>
                    </a:lnTo>
                    <a:lnTo>
                      <a:pt x="10848" y="3418"/>
                    </a:lnTo>
                    <a:cubicBezTo>
                      <a:pt x="10848" y="1531"/>
                      <a:pt x="9321" y="0"/>
                      <a:pt x="7431" y="0"/>
                    </a:cubicBezTo>
                    <a:close/>
                  </a:path>
                </a:pathLst>
              </a:custGeom>
              <a:solidFill>
                <a:srgbClr val="D07C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
              <p:cNvSpPr/>
              <p:nvPr/>
            </p:nvSpPr>
            <p:spPr>
              <a:xfrm>
                <a:off x="2830925" y="3157729"/>
                <a:ext cx="759950" cy="1473736"/>
              </a:xfrm>
              <a:custGeom>
                <a:rect b="b" l="l" r="r" t="t"/>
                <a:pathLst>
                  <a:path extrusionOk="0" h="13472" w="6947">
                    <a:moveTo>
                      <a:pt x="1900" y="0"/>
                    </a:moveTo>
                    <a:cubicBezTo>
                      <a:pt x="852" y="0"/>
                      <a:pt x="0" y="853"/>
                      <a:pt x="0" y="1900"/>
                    </a:cubicBezTo>
                    <a:lnTo>
                      <a:pt x="0" y="11571"/>
                    </a:lnTo>
                    <a:cubicBezTo>
                      <a:pt x="0" y="12623"/>
                      <a:pt x="852" y="13471"/>
                      <a:pt x="1900" y="13471"/>
                    </a:cubicBezTo>
                    <a:lnTo>
                      <a:pt x="5047" y="13471"/>
                    </a:lnTo>
                    <a:cubicBezTo>
                      <a:pt x="6094" y="13471"/>
                      <a:pt x="6947" y="12623"/>
                      <a:pt x="6947" y="11571"/>
                    </a:cubicBezTo>
                    <a:lnTo>
                      <a:pt x="6947" y="1900"/>
                    </a:lnTo>
                    <a:cubicBezTo>
                      <a:pt x="6947" y="853"/>
                      <a:pt x="6094" y="0"/>
                      <a:pt x="5047" y="0"/>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8"/>
              <p:cNvSpPr/>
              <p:nvPr/>
            </p:nvSpPr>
            <p:spPr>
              <a:xfrm>
                <a:off x="2608089" y="3632608"/>
                <a:ext cx="1205068" cy="2078567"/>
              </a:xfrm>
              <a:custGeom>
                <a:rect b="b" l="l" r="r" t="t"/>
                <a:pathLst>
                  <a:path extrusionOk="0" h="19001" w="11016">
                    <a:moveTo>
                      <a:pt x="2304" y="0"/>
                    </a:moveTo>
                    <a:cubicBezTo>
                      <a:pt x="1034" y="0"/>
                      <a:pt x="1" y="852"/>
                      <a:pt x="1" y="1899"/>
                    </a:cubicBezTo>
                    <a:lnTo>
                      <a:pt x="1" y="17101"/>
                    </a:lnTo>
                    <a:cubicBezTo>
                      <a:pt x="1" y="18148"/>
                      <a:pt x="1034" y="19000"/>
                      <a:pt x="2304" y="19000"/>
                    </a:cubicBezTo>
                    <a:lnTo>
                      <a:pt x="8717" y="19000"/>
                    </a:lnTo>
                    <a:cubicBezTo>
                      <a:pt x="9987" y="19000"/>
                      <a:pt x="11016" y="18148"/>
                      <a:pt x="11016" y="17101"/>
                    </a:cubicBezTo>
                    <a:lnTo>
                      <a:pt x="11016" y="1899"/>
                    </a:lnTo>
                    <a:cubicBezTo>
                      <a:pt x="11016" y="852"/>
                      <a:pt x="9987" y="0"/>
                      <a:pt x="8717" y="0"/>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8"/>
              <p:cNvSpPr/>
              <p:nvPr/>
            </p:nvSpPr>
            <p:spPr>
              <a:xfrm>
                <a:off x="2437106" y="3570035"/>
                <a:ext cx="500799" cy="808848"/>
              </a:xfrm>
              <a:custGeom>
                <a:rect b="b" l="l" r="r" t="t"/>
                <a:pathLst>
                  <a:path extrusionOk="0" h="7394" w="4578">
                    <a:moveTo>
                      <a:pt x="650" y="1"/>
                    </a:moveTo>
                    <a:cubicBezTo>
                      <a:pt x="561" y="1"/>
                      <a:pt x="471" y="22"/>
                      <a:pt x="387" y="66"/>
                    </a:cubicBezTo>
                    <a:cubicBezTo>
                      <a:pt x="108" y="212"/>
                      <a:pt x="1" y="558"/>
                      <a:pt x="147" y="834"/>
                    </a:cubicBezTo>
                    <a:lnTo>
                      <a:pt x="3422" y="7087"/>
                    </a:lnTo>
                    <a:cubicBezTo>
                      <a:pt x="3525" y="7283"/>
                      <a:pt x="3725" y="7394"/>
                      <a:pt x="3928" y="7394"/>
                    </a:cubicBezTo>
                    <a:cubicBezTo>
                      <a:pt x="4018" y="7394"/>
                      <a:pt x="4106" y="7371"/>
                      <a:pt x="4190" y="7327"/>
                    </a:cubicBezTo>
                    <a:cubicBezTo>
                      <a:pt x="4471" y="7181"/>
                      <a:pt x="4577" y="6835"/>
                      <a:pt x="4430" y="6560"/>
                    </a:cubicBezTo>
                    <a:lnTo>
                      <a:pt x="1155" y="306"/>
                    </a:lnTo>
                    <a:cubicBezTo>
                      <a:pt x="1053" y="113"/>
                      <a:pt x="855" y="1"/>
                      <a:pt x="650" y="1"/>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p:nvPr/>
            </p:nvSpPr>
            <p:spPr>
              <a:xfrm>
                <a:off x="2538624" y="5391662"/>
                <a:ext cx="331240" cy="381780"/>
              </a:xfrm>
              <a:custGeom>
                <a:rect b="b" l="l" r="r" t="t"/>
                <a:pathLst>
                  <a:path extrusionOk="0" h="3490" w="3028">
                    <a:moveTo>
                      <a:pt x="2382" y="0"/>
                    </a:moveTo>
                    <a:cubicBezTo>
                      <a:pt x="2207" y="0"/>
                      <a:pt x="2034" y="80"/>
                      <a:pt x="1922" y="231"/>
                    </a:cubicBezTo>
                    <a:lnTo>
                      <a:pt x="187" y="2578"/>
                    </a:lnTo>
                    <a:cubicBezTo>
                      <a:pt x="1" y="2832"/>
                      <a:pt x="54" y="3191"/>
                      <a:pt x="306" y="3377"/>
                    </a:cubicBezTo>
                    <a:cubicBezTo>
                      <a:pt x="409" y="3453"/>
                      <a:pt x="529" y="3489"/>
                      <a:pt x="644" y="3489"/>
                    </a:cubicBezTo>
                    <a:cubicBezTo>
                      <a:pt x="822" y="3489"/>
                      <a:pt x="990" y="3409"/>
                      <a:pt x="1105" y="3258"/>
                    </a:cubicBezTo>
                    <a:lnTo>
                      <a:pt x="2841" y="906"/>
                    </a:lnTo>
                    <a:cubicBezTo>
                      <a:pt x="3027" y="652"/>
                      <a:pt x="2974" y="298"/>
                      <a:pt x="2721" y="111"/>
                    </a:cubicBezTo>
                    <a:cubicBezTo>
                      <a:pt x="2619" y="36"/>
                      <a:pt x="2500" y="0"/>
                      <a:pt x="2382" y="0"/>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8"/>
              <p:cNvSpPr/>
              <p:nvPr/>
            </p:nvSpPr>
            <p:spPr>
              <a:xfrm>
                <a:off x="2466752" y="4399241"/>
                <a:ext cx="373904" cy="83576"/>
              </a:xfrm>
              <a:custGeom>
                <a:rect b="b" l="l" r="r" t="t"/>
                <a:pathLst>
                  <a:path extrusionOk="0" h="764" w="3418">
                    <a:moveTo>
                      <a:pt x="378" y="0"/>
                    </a:moveTo>
                    <a:cubicBezTo>
                      <a:pt x="169" y="0"/>
                      <a:pt x="1" y="173"/>
                      <a:pt x="1" y="382"/>
                    </a:cubicBezTo>
                    <a:cubicBezTo>
                      <a:pt x="1" y="590"/>
                      <a:pt x="169" y="764"/>
                      <a:pt x="378" y="764"/>
                    </a:cubicBezTo>
                    <a:lnTo>
                      <a:pt x="3041" y="764"/>
                    </a:lnTo>
                    <a:cubicBezTo>
                      <a:pt x="3249" y="764"/>
                      <a:pt x="3418" y="590"/>
                      <a:pt x="3418" y="382"/>
                    </a:cubicBezTo>
                    <a:cubicBezTo>
                      <a:pt x="3418" y="173"/>
                      <a:pt x="3249" y="0"/>
                      <a:pt x="3041" y="0"/>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2466752" y="4825439"/>
                <a:ext cx="405080" cy="83248"/>
              </a:xfrm>
              <a:custGeom>
                <a:rect b="b" l="l" r="r" t="t"/>
                <a:pathLst>
                  <a:path extrusionOk="0" h="761" w="3703">
                    <a:moveTo>
                      <a:pt x="378" y="1"/>
                    </a:moveTo>
                    <a:cubicBezTo>
                      <a:pt x="169" y="1"/>
                      <a:pt x="1" y="170"/>
                      <a:pt x="1" y="378"/>
                    </a:cubicBezTo>
                    <a:cubicBezTo>
                      <a:pt x="1" y="591"/>
                      <a:pt x="169" y="760"/>
                      <a:pt x="378" y="760"/>
                    </a:cubicBezTo>
                    <a:lnTo>
                      <a:pt x="3325" y="760"/>
                    </a:lnTo>
                    <a:cubicBezTo>
                      <a:pt x="3534" y="760"/>
                      <a:pt x="3702" y="591"/>
                      <a:pt x="3702" y="378"/>
                    </a:cubicBezTo>
                    <a:cubicBezTo>
                      <a:pt x="3702" y="170"/>
                      <a:pt x="3534" y="1"/>
                      <a:pt x="3325" y="1"/>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2466752" y="5238182"/>
                <a:ext cx="405080" cy="83138"/>
              </a:xfrm>
              <a:custGeom>
                <a:rect b="b" l="l" r="r" t="t"/>
                <a:pathLst>
                  <a:path extrusionOk="0" h="760" w="3703">
                    <a:moveTo>
                      <a:pt x="378" y="1"/>
                    </a:moveTo>
                    <a:cubicBezTo>
                      <a:pt x="169" y="1"/>
                      <a:pt x="1" y="173"/>
                      <a:pt x="1" y="382"/>
                    </a:cubicBezTo>
                    <a:cubicBezTo>
                      <a:pt x="1" y="591"/>
                      <a:pt x="169" y="759"/>
                      <a:pt x="378" y="759"/>
                    </a:cubicBezTo>
                    <a:lnTo>
                      <a:pt x="3325" y="759"/>
                    </a:lnTo>
                    <a:cubicBezTo>
                      <a:pt x="3534" y="759"/>
                      <a:pt x="3702" y="591"/>
                      <a:pt x="3702" y="382"/>
                    </a:cubicBezTo>
                    <a:cubicBezTo>
                      <a:pt x="3702" y="173"/>
                      <a:pt x="3534" y="1"/>
                      <a:pt x="3325" y="1"/>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3483461" y="3570035"/>
                <a:ext cx="501127" cy="808848"/>
              </a:xfrm>
              <a:custGeom>
                <a:rect b="b" l="l" r="r" t="t"/>
                <a:pathLst>
                  <a:path extrusionOk="0" h="7394" w="4581">
                    <a:moveTo>
                      <a:pt x="3931" y="1"/>
                    </a:moveTo>
                    <a:cubicBezTo>
                      <a:pt x="3725" y="1"/>
                      <a:pt x="3525" y="113"/>
                      <a:pt x="3423" y="306"/>
                    </a:cubicBezTo>
                    <a:lnTo>
                      <a:pt x="147" y="6560"/>
                    </a:lnTo>
                    <a:cubicBezTo>
                      <a:pt x="0" y="6835"/>
                      <a:pt x="111" y="7181"/>
                      <a:pt x="387" y="7327"/>
                    </a:cubicBezTo>
                    <a:cubicBezTo>
                      <a:pt x="471" y="7371"/>
                      <a:pt x="564" y="7394"/>
                      <a:pt x="653" y="7394"/>
                    </a:cubicBezTo>
                    <a:cubicBezTo>
                      <a:pt x="857" y="7394"/>
                      <a:pt x="1057" y="7283"/>
                      <a:pt x="1159" y="7087"/>
                    </a:cubicBezTo>
                    <a:lnTo>
                      <a:pt x="4435" y="834"/>
                    </a:lnTo>
                    <a:cubicBezTo>
                      <a:pt x="4581" y="558"/>
                      <a:pt x="4474" y="212"/>
                      <a:pt x="4195" y="66"/>
                    </a:cubicBezTo>
                    <a:cubicBezTo>
                      <a:pt x="4111" y="22"/>
                      <a:pt x="4020" y="1"/>
                      <a:pt x="3931" y="1"/>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8"/>
              <p:cNvSpPr/>
              <p:nvPr/>
            </p:nvSpPr>
            <p:spPr>
              <a:xfrm>
                <a:off x="3551941" y="5391662"/>
                <a:ext cx="331240" cy="381780"/>
              </a:xfrm>
              <a:custGeom>
                <a:rect b="b" l="l" r="r" t="t"/>
                <a:pathLst>
                  <a:path extrusionOk="0" h="3490" w="3028">
                    <a:moveTo>
                      <a:pt x="644" y="0"/>
                    </a:moveTo>
                    <a:cubicBezTo>
                      <a:pt x="527" y="0"/>
                      <a:pt x="409" y="36"/>
                      <a:pt x="307" y="111"/>
                    </a:cubicBezTo>
                    <a:cubicBezTo>
                      <a:pt x="54" y="298"/>
                      <a:pt x="1" y="652"/>
                      <a:pt x="187" y="906"/>
                    </a:cubicBezTo>
                    <a:lnTo>
                      <a:pt x="1922" y="3258"/>
                    </a:lnTo>
                    <a:cubicBezTo>
                      <a:pt x="2033" y="3409"/>
                      <a:pt x="2206" y="3489"/>
                      <a:pt x="2379" y="3489"/>
                    </a:cubicBezTo>
                    <a:cubicBezTo>
                      <a:pt x="2499" y="3489"/>
                      <a:pt x="2619" y="3453"/>
                      <a:pt x="2721" y="3377"/>
                    </a:cubicBezTo>
                    <a:cubicBezTo>
                      <a:pt x="2974" y="3191"/>
                      <a:pt x="3027" y="2832"/>
                      <a:pt x="2841" y="2578"/>
                    </a:cubicBezTo>
                    <a:lnTo>
                      <a:pt x="1101" y="231"/>
                    </a:lnTo>
                    <a:cubicBezTo>
                      <a:pt x="990" y="80"/>
                      <a:pt x="818" y="0"/>
                      <a:pt x="644" y="0"/>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3581150" y="4399241"/>
                <a:ext cx="373904" cy="83576"/>
              </a:xfrm>
              <a:custGeom>
                <a:rect b="b" l="l" r="r" t="t"/>
                <a:pathLst>
                  <a:path extrusionOk="0" h="764" w="3418">
                    <a:moveTo>
                      <a:pt x="377" y="0"/>
                    </a:moveTo>
                    <a:cubicBezTo>
                      <a:pt x="168" y="0"/>
                      <a:pt x="0" y="173"/>
                      <a:pt x="0" y="382"/>
                    </a:cubicBezTo>
                    <a:cubicBezTo>
                      <a:pt x="0" y="590"/>
                      <a:pt x="168" y="764"/>
                      <a:pt x="377" y="764"/>
                    </a:cubicBezTo>
                    <a:lnTo>
                      <a:pt x="3036" y="764"/>
                    </a:lnTo>
                    <a:cubicBezTo>
                      <a:pt x="3244" y="764"/>
                      <a:pt x="3417" y="590"/>
                      <a:pt x="3417" y="382"/>
                    </a:cubicBezTo>
                    <a:cubicBezTo>
                      <a:pt x="3417" y="173"/>
                      <a:pt x="3244" y="0"/>
                      <a:pt x="3036" y="0"/>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3549535" y="4825439"/>
                <a:ext cx="405518" cy="83248"/>
              </a:xfrm>
              <a:custGeom>
                <a:rect b="b" l="l" r="r" t="t"/>
                <a:pathLst>
                  <a:path extrusionOk="0" h="761" w="3707">
                    <a:moveTo>
                      <a:pt x="382" y="1"/>
                    </a:moveTo>
                    <a:cubicBezTo>
                      <a:pt x="173" y="1"/>
                      <a:pt x="0" y="170"/>
                      <a:pt x="0" y="378"/>
                    </a:cubicBezTo>
                    <a:cubicBezTo>
                      <a:pt x="0" y="591"/>
                      <a:pt x="173" y="760"/>
                      <a:pt x="382" y="760"/>
                    </a:cubicBezTo>
                    <a:lnTo>
                      <a:pt x="3325" y="760"/>
                    </a:lnTo>
                    <a:cubicBezTo>
                      <a:pt x="3533" y="760"/>
                      <a:pt x="3706" y="591"/>
                      <a:pt x="3706" y="378"/>
                    </a:cubicBezTo>
                    <a:cubicBezTo>
                      <a:pt x="3706" y="170"/>
                      <a:pt x="3533" y="1"/>
                      <a:pt x="3325" y="1"/>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3549535" y="5238182"/>
                <a:ext cx="405518" cy="83138"/>
              </a:xfrm>
              <a:custGeom>
                <a:rect b="b" l="l" r="r" t="t"/>
                <a:pathLst>
                  <a:path extrusionOk="0" h="760" w="3707">
                    <a:moveTo>
                      <a:pt x="382" y="1"/>
                    </a:moveTo>
                    <a:cubicBezTo>
                      <a:pt x="173" y="1"/>
                      <a:pt x="0" y="173"/>
                      <a:pt x="0" y="382"/>
                    </a:cubicBezTo>
                    <a:cubicBezTo>
                      <a:pt x="0" y="591"/>
                      <a:pt x="173" y="759"/>
                      <a:pt x="382" y="759"/>
                    </a:cubicBezTo>
                    <a:lnTo>
                      <a:pt x="3325" y="759"/>
                    </a:lnTo>
                    <a:cubicBezTo>
                      <a:pt x="3533" y="759"/>
                      <a:pt x="3706" y="591"/>
                      <a:pt x="3706" y="382"/>
                    </a:cubicBezTo>
                    <a:cubicBezTo>
                      <a:pt x="3706" y="173"/>
                      <a:pt x="3533" y="1"/>
                      <a:pt x="3325" y="1"/>
                    </a:cubicBez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2732798" y="4073903"/>
                <a:ext cx="956200" cy="1468266"/>
              </a:xfrm>
              <a:custGeom>
                <a:rect b="b" l="l" r="r" t="t"/>
                <a:pathLst>
                  <a:path extrusionOk="0" h="13422" w="8741">
                    <a:moveTo>
                      <a:pt x="0" y="0"/>
                    </a:moveTo>
                    <a:lnTo>
                      <a:pt x="0" y="13422"/>
                    </a:lnTo>
                    <a:lnTo>
                      <a:pt x="8740" y="13422"/>
                    </a:lnTo>
                    <a:lnTo>
                      <a:pt x="8740" y="0"/>
                    </a:lnTo>
                    <a:close/>
                  </a:path>
                </a:pathLst>
              </a:custGeom>
              <a:solidFill>
                <a:srgbClr val="C659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
              <p:cNvSpPr/>
              <p:nvPr/>
            </p:nvSpPr>
            <p:spPr>
              <a:xfrm>
                <a:off x="2828409" y="4220600"/>
                <a:ext cx="764872" cy="1174985"/>
              </a:xfrm>
              <a:custGeom>
                <a:rect b="b" l="l" r="r" t="t"/>
                <a:pathLst>
                  <a:path extrusionOk="0" h="10741" w="6992">
                    <a:moveTo>
                      <a:pt x="1" y="0"/>
                    </a:moveTo>
                    <a:lnTo>
                      <a:pt x="1" y="10741"/>
                    </a:lnTo>
                    <a:lnTo>
                      <a:pt x="6992" y="10741"/>
                    </a:lnTo>
                    <a:lnTo>
                      <a:pt x="6992" y="0"/>
                    </a:lnTo>
                    <a:close/>
                  </a:path>
                </a:pathLst>
              </a:custGeom>
              <a:solidFill>
                <a:srgbClr val="D07C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8"/>
              <p:cNvSpPr/>
              <p:nvPr/>
            </p:nvSpPr>
            <p:spPr>
              <a:xfrm>
                <a:off x="2763866" y="3686758"/>
                <a:ext cx="370622" cy="117378"/>
              </a:xfrm>
              <a:custGeom>
                <a:rect b="b" l="l" r="r" t="t"/>
                <a:pathLst>
                  <a:path extrusionOk="0" h="1073" w="3388">
                    <a:moveTo>
                      <a:pt x="1846" y="0"/>
                    </a:moveTo>
                    <a:cubicBezTo>
                      <a:pt x="1749" y="0"/>
                      <a:pt x="1650" y="8"/>
                      <a:pt x="1550" y="15"/>
                    </a:cubicBezTo>
                    <a:cubicBezTo>
                      <a:pt x="1430" y="28"/>
                      <a:pt x="1310" y="38"/>
                      <a:pt x="1191" y="73"/>
                    </a:cubicBezTo>
                    <a:cubicBezTo>
                      <a:pt x="1070" y="95"/>
                      <a:pt x="955" y="135"/>
                      <a:pt x="844" y="179"/>
                    </a:cubicBezTo>
                    <a:cubicBezTo>
                      <a:pt x="738" y="224"/>
                      <a:pt x="636" y="277"/>
                      <a:pt x="542" y="339"/>
                    </a:cubicBezTo>
                    <a:cubicBezTo>
                      <a:pt x="454" y="401"/>
                      <a:pt x="369" y="464"/>
                      <a:pt x="302" y="534"/>
                    </a:cubicBezTo>
                    <a:cubicBezTo>
                      <a:pt x="271" y="570"/>
                      <a:pt x="240" y="601"/>
                      <a:pt x="214" y="632"/>
                    </a:cubicBezTo>
                    <a:cubicBezTo>
                      <a:pt x="187" y="673"/>
                      <a:pt x="165" y="704"/>
                      <a:pt x="143" y="739"/>
                    </a:cubicBezTo>
                    <a:cubicBezTo>
                      <a:pt x="99" y="800"/>
                      <a:pt x="72" y="859"/>
                      <a:pt x="54" y="912"/>
                    </a:cubicBezTo>
                    <a:cubicBezTo>
                      <a:pt x="15" y="1013"/>
                      <a:pt x="1" y="1072"/>
                      <a:pt x="1" y="1072"/>
                    </a:cubicBezTo>
                    <a:cubicBezTo>
                      <a:pt x="1" y="1072"/>
                      <a:pt x="58" y="1036"/>
                      <a:pt x="143" y="983"/>
                    </a:cubicBezTo>
                    <a:cubicBezTo>
                      <a:pt x="179" y="952"/>
                      <a:pt x="236" y="925"/>
                      <a:pt x="294" y="894"/>
                    </a:cubicBezTo>
                    <a:cubicBezTo>
                      <a:pt x="325" y="880"/>
                      <a:pt x="356" y="863"/>
                      <a:pt x="387" y="845"/>
                    </a:cubicBezTo>
                    <a:cubicBezTo>
                      <a:pt x="423" y="832"/>
                      <a:pt x="458" y="819"/>
                      <a:pt x="494" y="806"/>
                    </a:cubicBezTo>
                    <a:cubicBezTo>
                      <a:pt x="564" y="770"/>
                      <a:pt x="644" y="753"/>
                      <a:pt x="728" y="726"/>
                    </a:cubicBezTo>
                    <a:cubicBezTo>
                      <a:pt x="814" y="699"/>
                      <a:pt x="902" y="681"/>
                      <a:pt x="995" y="659"/>
                    </a:cubicBezTo>
                    <a:cubicBezTo>
                      <a:pt x="1044" y="655"/>
                      <a:pt x="1093" y="646"/>
                      <a:pt x="1137" y="636"/>
                    </a:cubicBezTo>
                    <a:cubicBezTo>
                      <a:pt x="1191" y="628"/>
                      <a:pt x="1240" y="624"/>
                      <a:pt x="1288" y="614"/>
                    </a:cubicBezTo>
                    <a:cubicBezTo>
                      <a:pt x="1390" y="597"/>
                      <a:pt x="1496" y="593"/>
                      <a:pt x="1599" y="579"/>
                    </a:cubicBezTo>
                    <a:cubicBezTo>
                      <a:pt x="2025" y="544"/>
                      <a:pt x="2473" y="517"/>
                      <a:pt x="2815" y="460"/>
                    </a:cubicBezTo>
                    <a:cubicBezTo>
                      <a:pt x="2988" y="428"/>
                      <a:pt x="3135" y="397"/>
                      <a:pt x="3232" y="366"/>
                    </a:cubicBezTo>
                    <a:cubicBezTo>
                      <a:pt x="3334" y="335"/>
                      <a:pt x="3387" y="308"/>
                      <a:pt x="3387" y="308"/>
                    </a:cubicBezTo>
                    <a:cubicBezTo>
                      <a:pt x="3387" y="308"/>
                      <a:pt x="3334" y="286"/>
                      <a:pt x="3232" y="251"/>
                    </a:cubicBezTo>
                    <a:cubicBezTo>
                      <a:pt x="3135" y="220"/>
                      <a:pt x="2997" y="175"/>
                      <a:pt x="2828" y="130"/>
                    </a:cubicBezTo>
                    <a:cubicBezTo>
                      <a:pt x="2660" y="87"/>
                      <a:pt x="2459" y="46"/>
                      <a:pt x="2242" y="24"/>
                    </a:cubicBezTo>
                    <a:cubicBezTo>
                      <a:pt x="2136" y="15"/>
                      <a:pt x="2020" y="2"/>
                      <a:pt x="1905" y="2"/>
                    </a:cubicBezTo>
                    <a:cubicBezTo>
                      <a:pt x="1886" y="1"/>
                      <a:pt x="1866" y="0"/>
                      <a:pt x="1846" y="0"/>
                    </a:cubicBezTo>
                    <a:close/>
                  </a:path>
                </a:pathLst>
              </a:custGeom>
              <a:solidFill>
                <a:srgbClr val="435E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8"/>
              <p:cNvSpPr/>
              <p:nvPr/>
            </p:nvSpPr>
            <p:spPr>
              <a:xfrm>
                <a:off x="2338104" y="3882683"/>
                <a:ext cx="207846" cy="207846"/>
              </a:xfrm>
              <a:custGeom>
                <a:rect b="b" l="l" r="r" t="t"/>
                <a:pathLst>
                  <a:path extrusionOk="0" h="1900" w="1900">
                    <a:moveTo>
                      <a:pt x="1900" y="0"/>
                    </a:moveTo>
                    <a:lnTo>
                      <a:pt x="1" y="1385"/>
                    </a:lnTo>
                    <a:lnTo>
                      <a:pt x="1" y="1899"/>
                    </a:lnTo>
                    <a:lnTo>
                      <a:pt x="1900" y="1735"/>
                    </a:lnTo>
                    <a:lnTo>
                      <a:pt x="1900" y="0"/>
                    </a:lnTo>
                    <a:close/>
                  </a:path>
                </a:pathLst>
              </a:custGeom>
              <a:solidFill>
                <a:srgbClr val="9645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8"/>
              <p:cNvSpPr/>
              <p:nvPr/>
            </p:nvSpPr>
            <p:spPr>
              <a:xfrm>
                <a:off x="3875857" y="3882683"/>
                <a:ext cx="207846" cy="207846"/>
              </a:xfrm>
              <a:custGeom>
                <a:rect b="b" l="l" r="r" t="t"/>
                <a:pathLst>
                  <a:path extrusionOk="0" h="1900" w="1900">
                    <a:moveTo>
                      <a:pt x="0" y="0"/>
                    </a:moveTo>
                    <a:lnTo>
                      <a:pt x="0" y="1735"/>
                    </a:lnTo>
                    <a:lnTo>
                      <a:pt x="1899" y="1899"/>
                    </a:lnTo>
                    <a:lnTo>
                      <a:pt x="1899" y="1385"/>
                    </a:lnTo>
                    <a:lnTo>
                      <a:pt x="0" y="0"/>
                    </a:lnTo>
                    <a:close/>
                  </a:path>
                </a:pathLst>
              </a:custGeom>
              <a:solidFill>
                <a:srgbClr val="9645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
              <p:cNvSpPr/>
              <p:nvPr/>
            </p:nvSpPr>
            <p:spPr>
              <a:xfrm>
                <a:off x="2464345" y="4202003"/>
                <a:ext cx="58853" cy="1380533"/>
              </a:xfrm>
              <a:custGeom>
                <a:rect b="b" l="l" r="r" t="t"/>
                <a:pathLst>
                  <a:path extrusionOk="0" h="12620" w="538">
                    <a:moveTo>
                      <a:pt x="271" y="1"/>
                    </a:moveTo>
                    <a:cubicBezTo>
                      <a:pt x="121" y="1"/>
                      <a:pt x="0" y="121"/>
                      <a:pt x="0" y="267"/>
                    </a:cubicBezTo>
                    <a:lnTo>
                      <a:pt x="0" y="12349"/>
                    </a:lnTo>
                    <a:cubicBezTo>
                      <a:pt x="0" y="12500"/>
                      <a:pt x="121" y="12619"/>
                      <a:pt x="271" y="12619"/>
                    </a:cubicBezTo>
                    <a:cubicBezTo>
                      <a:pt x="418" y="12619"/>
                      <a:pt x="537" y="12500"/>
                      <a:pt x="537" y="12349"/>
                    </a:cubicBezTo>
                    <a:lnTo>
                      <a:pt x="537" y="10231"/>
                    </a:lnTo>
                    <a:lnTo>
                      <a:pt x="400" y="10231"/>
                    </a:lnTo>
                    <a:cubicBezTo>
                      <a:pt x="191" y="10231"/>
                      <a:pt x="23" y="10063"/>
                      <a:pt x="23" y="9854"/>
                    </a:cubicBezTo>
                    <a:cubicBezTo>
                      <a:pt x="23" y="9645"/>
                      <a:pt x="191" y="9473"/>
                      <a:pt x="400" y="9473"/>
                    </a:cubicBezTo>
                    <a:lnTo>
                      <a:pt x="537" y="9473"/>
                    </a:lnTo>
                    <a:lnTo>
                      <a:pt x="537" y="6459"/>
                    </a:lnTo>
                    <a:lnTo>
                      <a:pt x="400" y="6459"/>
                    </a:lnTo>
                    <a:cubicBezTo>
                      <a:pt x="191" y="6459"/>
                      <a:pt x="23" y="6290"/>
                      <a:pt x="23" y="6077"/>
                    </a:cubicBezTo>
                    <a:cubicBezTo>
                      <a:pt x="23" y="5869"/>
                      <a:pt x="191" y="5700"/>
                      <a:pt x="400" y="5700"/>
                    </a:cubicBezTo>
                    <a:lnTo>
                      <a:pt x="537" y="5700"/>
                    </a:lnTo>
                    <a:lnTo>
                      <a:pt x="537" y="2567"/>
                    </a:lnTo>
                    <a:lnTo>
                      <a:pt x="400" y="2567"/>
                    </a:lnTo>
                    <a:cubicBezTo>
                      <a:pt x="191" y="2567"/>
                      <a:pt x="23" y="2393"/>
                      <a:pt x="23" y="2185"/>
                    </a:cubicBezTo>
                    <a:cubicBezTo>
                      <a:pt x="23" y="1976"/>
                      <a:pt x="191" y="1803"/>
                      <a:pt x="400" y="1803"/>
                    </a:cubicBezTo>
                    <a:lnTo>
                      <a:pt x="537" y="1803"/>
                    </a:lnTo>
                    <a:lnTo>
                      <a:pt x="537" y="267"/>
                    </a:lnTo>
                    <a:cubicBezTo>
                      <a:pt x="537" y="121"/>
                      <a:pt x="418" y="1"/>
                      <a:pt x="271" y="1"/>
                    </a:cubicBez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2466752" y="4399241"/>
                <a:ext cx="56447" cy="83576"/>
              </a:xfrm>
              <a:custGeom>
                <a:rect b="b" l="l" r="r" t="t"/>
                <a:pathLst>
                  <a:path extrusionOk="0" h="764" w="516">
                    <a:moveTo>
                      <a:pt x="378" y="0"/>
                    </a:moveTo>
                    <a:cubicBezTo>
                      <a:pt x="169" y="0"/>
                      <a:pt x="1" y="173"/>
                      <a:pt x="1" y="382"/>
                    </a:cubicBezTo>
                    <a:cubicBezTo>
                      <a:pt x="1" y="590"/>
                      <a:pt x="169" y="764"/>
                      <a:pt x="378" y="764"/>
                    </a:cubicBezTo>
                    <a:lnTo>
                      <a:pt x="515" y="764"/>
                    </a:lnTo>
                    <a:lnTo>
                      <a:pt x="515" y="0"/>
                    </a:ln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8"/>
              <p:cNvSpPr/>
              <p:nvPr/>
            </p:nvSpPr>
            <p:spPr>
              <a:xfrm>
                <a:off x="2466752" y="4825439"/>
                <a:ext cx="56447" cy="83248"/>
              </a:xfrm>
              <a:custGeom>
                <a:rect b="b" l="l" r="r" t="t"/>
                <a:pathLst>
                  <a:path extrusionOk="0" h="761" w="516">
                    <a:moveTo>
                      <a:pt x="378" y="1"/>
                    </a:moveTo>
                    <a:cubicBezTo>
                      <a:pt x="169" y="1"/>
                      <a:pt x="1" y="170"/>
                      <a:pt x="1" y="378"/>
                    </a:cubicBezTo>
                    <a:cubicBezTo>
                      <a:pt x="1" y="591"/>
                      <a:pt x="169" y="760"/>
                      <a:pt x="378" y="760"/>
                    </a:cubicBezTo>
                    <a:lnTo>
                      <a:pt x="515" y="760"/>
                    </a:lnTo>
                    <a:lnTo>
                      <a:pt x="515" y="1"/>
                    </a:ln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p:nvPr/>
            </p:nvSpPr>
            <p:spPr>
              <a:xfrm>
                <a:off x="2466752" y="5238182"/>
                <a:ext cx="56447" cy="83138"/>
              </a:xfrm>
              <a:custGeom>
                <a:rect b="b" l="l" r="r" t="t"/>
                <a:pathLst>
                  <a:path extrusionOk="0" h="760" w="516">
                    <a:moveTo>
                      <a:pt x="378" y="1"/>
                    </a:moveTo>
                    <a:cubicBezTo>
                      <a:pt x="169" y="1"/>
                      <a:pt x="1" y="173"/>
                      <a:pt x="1" y="382"/>
                    </a:cubicBezTo>
                    <a:cubicBezTo>
                      <a:pt x="1" y="591"/>
                      <a:pt x="169" y="759"/>
                      <a:pt x="378" y="759"/>
                    </a:cubicBezTo>
                    <a:lnTo>
                      <a:pt x="515" y="759"/>
                    </a:lnTo>
                    <a:lnTo>
                      <a:pt x="515" y="1"/>
                    </a:ln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3898064" y="4202003"/>
                <a:ext cx="58963" cy="1380533"/>
              </a:xfrm>
              <a:custGeom>
                <a:rect b="b" l="l" r="r" t="t"/>
                <a:pathLst>
                  <a:path extrusionOk="0" h="12620" w="539">
                    <a:moveTo>
                      <a:pt x="272" y="1"/>
                    </a:moveTo>
                    <a:cubicBezTo>
                      <a:pt x="121" y="1"/>
                      <a:pt x="0" y="121"/>
                      <a:pt x="0" y="267"/>
                    </a:cubicBezTo>
                    <a:lnTo>
                      <a:pt x="0" y="1803"/>
                    </a:lnTo>
                    <a:lnTo>
                      <a:pt x="139" y="1803"/>
                    </a:lnTo>
                    <a:cubicBezTo>
                      <a:pt x="347" y="1803"/>
                      <a:pt x="520" y="1976"/>
                      <a:pt x="520" y="2185"/>
                    </a:cubicBezTo>
                    <a:cubicBezTo>
                      <a:pt x="520" y="2393"/>
                      <a:pt x="347" y="2567"/>
                      <a:pt x="139" y="2567"/>
                    </a:cubicBezTo>
                    <a:lnTo>
                      <a:pt x="0" y="2567"/>
                    </a:lnTo>
                    <a:lnTo>
                      <a:pt x="0" y="5700"/>
                    </a:lnTo>
                    <a:lnTo>
                      <a:pt x="139" y="5700"/>
                    </a:lnTo>
                    <a:cubicBezTo>
                      <a:pt x="347" y="5700"/>
                      <a:pt x="520" y="5869"/>
                      <a:pt x="520" y="6077"/>
                    </a:cubicBezTo>
                    <a:cubicBezTo>
                      <a:pt x="520" y="6290"/>
                      <a:pt x="347" y="6459"/>
                      <a:pt x="139" y="6459"/>
                    </a:cubicBezTo>
                    <a:lnTo>
                      <a:pt x="0" y="6459"/>
                    </a:lnTo>
                    <a:lnTo>
                      <a:pt x="0" y="9473"/>
                    </a:lnTo>
                    <a:lnTo>
                      <a:pt x="139" y="9473"/>
                    </a:lnTo>
                    <a:cubicBezTo>
                      <a:pt x="347" y="9473"/>
                      <a:pt x="520" y="9645"/>
                      <a:pt x="520" y="9854"/>
                    </a:cubicBezTo>
                    <a:cubicBezTo>
                      <a:pt x="520" y="10063"/>
                      <a:pt x="347" y="10231"/>
                      <a:pt x="139" y="10231"/>
                    </a:cubicBezTo>
                    <a:lnTo>
                      <a:pt x="0" y="10231"/>
                    </a:lnTo>
                    <a:lnTo>
                      <a:pt x="0" y="12349"/>
                    </a:lnTo>
                    <a:cubicBezTo>
                      <a:pt x="0" y="12500"/>
                      <a:pt x="121" y="12619"/>
                      <a:pt x="272" y="12619"/>
                    </a:cubicBezTo>
                    <a:cubicBezTo>
                      <a:pt x="418" y="12619"/>
                      <a:pt x="538" y="12500"/>
                      <a:pt x="538" y="12349"/>
                    </a:cubicBezTo>
                    <a:lnTo>
                      <a:pt x="538" y="267"/>
                    </a:lnTo>
                    <a:cubicBezTo>
                      <a:pt x="538" y="121"/>
                      <a:pt x="418" y="1"/>
                      <a:pt x="272" y="1"/>
                    </a:cubicBez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3898064" y="4399241"/>
                <a:ext cx="56993" cy="83576"/>
              </a:xfrm>
              <a:custGeom>
                <a:rect b="b" l="l" r="r" t="t"/>
                <a:pathLst>
                  <a:path extrusionOk="0" h="764" w="521">
                    <a:moveTo>
                      <a:pt x="0" y="0"/>
                    </a:moveTo>
                    <a:lnTo>
                      <a:pt x="0" y="764"/>
                    </a:lnTo>
                    <a:lnTo>
                      <a:pt x="139" y="764"/>
                    </a:lnTo>
                    <a:cubicBezTo>
                      <a:pt x="347" y="764"/>
                      <a:pt x="520" y="590"/>
                      <a:pt x="520" y="382"/>
                    </a:cubicBezTo>
                    <a:cubicBezTo>
                      <a:pt x="520" y="173"/>
                      <a:pt x="347" y="0"/>
                      <a:pt x="139" y="0"/>
                    </a:cubicBez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p:nvPr/>
            </p:nvSpPr>
            <p:spPr>
              <a:xfrm>
                <a:off x="3898064" y="4825439"/>
                <a:ext cx="56993" cy="83248"/>
              </a:xfrm>
              <a:custGeom>
                <a:rect b="b" l="l" r="r" t="t"/>
                <a:pathLst>
                  <a:path extrusionOk="0" h="761" w="521">
                    <a:moveTo>
                      <a:pt x="0" y="1"/>
                    </a:moveTo>
                    <a:lnTo>
                      <a:pt x="0" y="760"/>
                    </a:lnTo>
                    <a:lnTo>
                      <a:pt x="139" y="760"/>
                    </a:lnTo>
                    <a:cubicBezTo>
                      <a:pt x="347" y="760"/>
                      <a:pt x="520" y="591"/>
                      <a:pt x="520" y="378"/>
                    </a:cubicBezTo>
                    <a:cubicBezTo>
                      <a:pt x="520" y="170"/>
                      <a:pt x="347" y="1"/>
                      <a:pt x="139" y="1"/>
                    </a:cubicBez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p:nvPr/>
            </p:nvSpPr>
            <p:spPr>
              <a:xfrm>
                <a:off x="3898064" y="5238182"/>
                <a:ext cx="56993" cy="83138"/>
              </a:xfrm>
              <a:custGeom>
                <a:rect b="b" l="l" r="r" t="t"/>
                <a:pathLst>
                  <a:path extrusionOk="0" h="760" w="521">
                    <a:moveTo>
                      <a:pt x="0" y="1"/>
                    </a:moveTo>
                    <a:lnTo>
                      <a:pt x="0" y="759"/>
                    </a:lnTo>
                    <a:lnTo>
                      <a:pt x="139" y="759"/>
                    </a:lnTo>
                    <a:cubicBezTo>
                      <a:pt x="347" y="759"/>
                      <a:pt x="520" y="591"/>
                      <a:pt x="520" y="382"/>
                    </a:cubicBezTo>
                    <a:cubicBezTo>
                      <a:pt x="520" y="173"/>
                      <a:pt x="347" y="1"/>
                      <a:pt x="139" y="1"/>
                    </a:cubicBezTo>
                    <a:close/>
                  </a:path>
                </a:pathLst>
              </a:custGeom>
              <a:solidFill>
                <a:srgbClr val="AA4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8"/>
              <p:cNvSpPr/>
              <p:nvPr/>
            </p:nvSpPr>
            <p:spPr>
              <a:xfrm>
                <a:off x="2475066" y="2857115"/>
                <a:ext cx="312206" cy="245039"/>
              </a:xfrm>
              <a:custGeom>
                <a:rect b="b" l="l" r="r" t="t"/>
                <a:pathLst>
                  <a:path extrusionOk="0" h="2240" w="2854">
                    <a:moveTo>
                      <a:pt x="2177" y="0"/>
                    </a:moveTo>
                    <a:cubicBezTo>
                      <a:pt x="1816" y="0"/>
                      <a:pt x="1354" y="349"/>
                      <a:pt x="1061" y="534"/>
                    </a:cubicBezTo>
                    <a:cubicBezTo>
                      <a:pt x="506" y="875"/>
                      <a:pt x="0" y="1376"/>
                      <a:pt x="498" y="1967"/>
                    </a:cubicBezTo>
                    <a:cubicBezTo>
                      <a:pt x="660" y="2161"/>
                      <a:pt x="835" y="2240"/>
                      <a:pt x="1011" y="2240"/>
                    </a:cubicBezTo>
                    <a:cubicBezTo>
                      <a:pt x="1486" y="2240"/>
                      <a:pt x="1975" y="1674"/>
                      <a:pt x="2272" y="1292"/>
                    </a:cubicBezTo>
                    <a:cubicBezTo>
                      <a:pt x="2561" y="919"/>
                      <a:pt x="2854" y="569"/>
                      <a:pt x="2508" y="151"/>
                    </a:cubicBezTo>
                    <a:cubicBezTo>
                      <a:pt x="2418" y="43"/>
                      <a:pt x="2304" y="0"/>
                      <a:pt x="2177" y="0"/>
                    </a:cubicBezTo>
                    <a:close/>
                  </a:path>
                </a:pathLst>
              </a:custGeom>
              <a:solidFill>
                <a:srgbClr val="D28C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8"/>
              <p:cNvSpPr/>
              <p:nvPr/>
            </p:nvSpPr>
            <p:spPr>
              <a:xfrm>
                <a:off x="2527903" y="2912359"/>
                <a:ext cx="171965" cy="134662"/>
              </a:xfrm>
              <a:custGeom>
                <a:rect b="b" l="l" r="r" t="t"/>
                <a:pathLst>
                  <a:path extrusionOk="0" h="1231" w="1572">
                    <a:moveTo>
                      <a:pt x="1200" y="0"/>
                    </a:moveTo>
                    <a:cubicBezTo>
                      <a:pt x="1001" y="0"/>
                      <a:pt x="747" y="191"/>
                      <a:pt x="582" y="290"/>
                    </a:cubicBezTo>
                    <a:cubicBezTo>
                      <a:pt x="281" y="482"/>
                      <a:pt x="1" y="756"/>
                      <a:pt x="276" y="1080"/>
                    </a:cubicBezTo>
                    <a:cubicBezTo>
                      <a:pt x="365" y="1187"/>
                      <a:pt x="461" y="1230"/>
                      <a:pt x="558" y="1230"/>
                    </a:cubicBezTo>
                    <a:cubicBezTo>
                      <a:pt x="819" y="1230"/>
                      <a:pt x="1088" y="919"/>
                      <a:pt x="1252" y="712"/>
                    </a:cubicBezTo>
                    <a:cubicBezTo>
                      <a:pt x="1412" y="503"/>
                      <a:pt x="1572" y="312"/>
                      <a:pt x="1381" y="82"/>
                    </a:cubicBezTo>
                    <a:cubicBezTo>
                      <a:pt x="1332" y="23"/>
                      <a:pt x="1269" y="0"/>
                      <a:pt x="1200" y="0"/>
                    </a:cubicBezTo>
                    <a:close/>
                  </a:path>
                </a:pathLst>
              </a:custGeom>
              <a:solidFill>
                <a:srgbClr val="D8A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p:nvPr/>
            </p:nvSpPr>
            <p:spPr>
              <a:xfrm>
                <a:off x="3633987" y="2857115"/>
                <a:ext cx="312316" cy="245039"/>
              </a:xfrm>
              <a:custGeom>
                <a:rect b="b" l="l" r="r" t="t"/>
                <a:pathLst>
                  <a:path extrusionOk="0" h="2240" w="2855">
                    <a:moveTo>
                      <a:pt x="681" y="0"/>
                    </a:moveTo>
                    <a:cubicBezTo>
                      <a:pt x="555" y="0"/>
                      <a:pt x="441" y="43"/>
                      <a:pt x="351" y="151"/>
                    </a:cubicBezTo>
                    <a:cubicBezTo>
                      <a:pt x="1" y="569"/>
                      <a:pt x="294" y="919"/>
                      <a:pt x="587" y="1292"/>
                    </a:cubicBezTo>
                    <a:cubicBezTo>
                      <a:pt x="881" y="1674"/>
                      <a:pt x="1371" y="2240"/>
                      <a:pt x="1847" y="2240"/>
                    </a:cubicBezTo>
                    <a:cubicBezTo>
                      <a:pt x="2024" y="2240"/>
                      <a:pt x="2199" y="2161"/>
                      <a:pt x="2361" y="1967"/>
                    </a:cubicBezTo>
                    <a:cubicBezTo>
                      <a:pt x="2854" y="1376"/>
                      <a:pt x="2353" y="875"/>
                      <a:pt x="1798" y="534"/>
                    </a:cubicBezTo>
                    <a:cubicBezTo>
                      <a:pt x="1502" y="349"/>
                      <a:pt x="1041" y="0"/>
                      <a:pt x="681" y="0"/>
                    </a:cubicBezTo>
                    <a:close/>
                  </a:path>
                </a:pathLst>
              </a:custGeom>
              <a:solidFill>
                <a:srgbClr val="D28C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
              <p:cNvSpPr/>
              <p:nvPr/>
            </p:nvSpPr>
            <p:spPr>
              <a:xfrm>
                <a:off x="3721831" y="2912359"/>
                <a:ext cx="171527" cy="134662"/>
              </a:xfrm>
              <a:custGeom>
                <a:rect b="b" l="l" r="r" t="t"/>
                <a:pathLst>
                  <a:path extrusionOk="0" h="1231" w="1568">
                    <a:moveTo>
                      <a:pt x="373" y="0"/>
                    </a:moveTo>
                    <a:cubicBezTo>
                      <a:pt x="303" y="0"/>
                      <a:pt x="241" y="23"/>
                      <a:pt x="192" y="82"/>
                    </a:cubicBezTo>
                    <a:cubicBezTo>
                      <a:pt x="1" y="312"/>
                      <a:pt x="161" y="503"/>
                      <a:pt x="320" y="712"/>
                    </a:cubicBezTo>
                    <a:cubicBezTo>
                      <a:pt x="482" y="919"/>
                      <a:pt x="752" y="1230"/>
                      <a:pt x="1015" y="1230"/>
                    </a:cubicBezTo>
                    <a:cubicBezTo>
                      <a:pt x="1112" y="1230"/>
                      <a:pt x="1208" y="1187"/>
                      <a:pt x="1297" y="1080"/>
                    </a:cubicBezTo>
                    <a:cubicBezTo>
                      <a:pt x="1568" y="756"/>
                      <a:pt x="1292" y="482"/>
                      <a:pt x="986" y="290"/>
                    </a:cubicBezTo>
                    <a:cubicBezTo>
                      <a:pt x="825" y="191"/>
                      <a:pt x="571" y="0"/>
                      <a:pt x="373" y="0"/>
                    </a:cubicBezTo>
                    <a:close/>
                  </a:path>
                </a:pathLst>
              </a:custGeom>
              <a:solidFill>
                <a:srgbClr val="D8A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18"/>
            <p:cNvGrpSpPr/>
            <p:nvPr/>
          </p:nvGrpSpPr>
          <p:grpSpPr>
            <a:xfrm rot="2520371">
              <a:off x="589019" y="2924589"/>
              <a:ext cx="1091432" cy="2179351"/>
              <a:chOff x="4981723" y="2642593"/>
              <a:chExt cx="1870418" cy="3734815"/>
            </a:xfrm>
          </p:grpSpPr>
          <p:sp>
            <p:nvSpPr>
              <p:cNvPr id="336" name="Google Shape;336;p18"/>
              <p:cNvSpPr/>
              <p:nvPr/>
            </p:nvSpPr>
            <p:spPr>
              <a:xfrm>
                <a:off x="6364136" y="6171859"/>
                <a:ext cx="115081" cy="205549"/>
              </a:xfrm>
              <a:custGeom>
                <a:rect b="b" l="l" r="r" t="t"/>
                <a:pathLst>
                  <a:path extrusionOk="0" h="1879" w="1052">
                    <a:moveTo>
                      <a:pt x="525" y="0"/>
                    </a:moveTo>
                    <a:cubicBezTo>
                      <a:pt x="236" y="0"/>
                      <a:pt x="0" y="236"/>
                      <a:pt x="0" y="524"/>
                    </a:cubicBezTo>
                    <a:lnTo>
                      <a:pt x="0" y="1354"/>
                    </a:lnTo>
                    <a:cubicBezTo>
                      <a:pt x="0" y="1643"/>
                      <a:pt x="236" y="1878"/>
                      <a:pt x="525" y="1878"/>
                    </a:cubicBezTo>
                    <a:cubicBezTo>
                      <a:pt x="818" y="1878"/>
                      <a:pt x="1052" y="1643"/>
                      <a:pt x="1052" y="1354"/>
                    </a:cubicBezTo>
                    <a:lnTo>
                      <a:pt x="1052" y="524"/>
                    </a:lnTo>
                    <a:cubicBezTo>
                      <a:pt x="1052" y="236"/>
                      <a:pt x="818" y="0"/>
                      <a:pt x="525" y="0"/>
                    </a:cubicBezTo>
                    <a:close/>
                  </a:path>
                </a:pathLst>
              </a:custGeom>
              <a:solidFill>
                <a:srgbClr val="B9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
              <p:cNvSpPr/>
              <p:nvPr/>
            </p:nvSpPr>
            <p:spPr>
              <a:xfrm>
                <a:off x="5355194" y="6171859"/>
                <a:ext cx="114753" cy="205549"/>
              </a:xfrm>
              <a:custGeom>
                <a:rect b="b" l="l" r="r" t="t"/>
                <a:pathLst>
                  <a:path extrusionOk="0" h="1879" w="1049">
                    <a:moveTo>
                      <a:pt x="524" y="0"/>
                    </a:moveTo>
                    <a:cubicBezTo>
                      <a:pt x="235" y="0"/>
                      <a:pt x="1" y="236"/>
                      <a:pt x="1" y="524"/>
                    </a:cubicBezTo>
                    <a:lnTo>
                      <a:pt x="1" y="1354"/>
                    </a:lnTo>
                    <a:cubicBezTo>
                      <a:pt x="1" y="1643"/>
                      <a:pt x="235" y="1878"/>
                      <a:pt x="524" y="1878"/>
                    </a:cubicBezTo>
                    <a:cubicBezTo>
                      <a:pt x="813" y="1878"/>
                      <a:pt x="1048" y="1643"/>
                      <a:pt x="1048" y="1354"/>
                    </a:cubicBezTo>
                    <a:lnTo>
                      <a:pt x="1048" y="524"/>
                    </a:lnTo>
                    <a:cubicBezTo>
                      <a:pt x="1048" y="236"/>
                      <a:pt x="813" y="0"/>
                      <a:pt x="524" y="0"/>
                    </a:cubicBezTo>
                    <a:close/>
                  </a:path>
                </a:pathLst>
              </a:custGeom>
              <a:solidFill>
                <a:srgbClr val="B9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6583143" y="5274064"/>
                <a:ext cx="196141" cy="673530"/>
              </a:xfrm>
              <a:custGeom>
                <a:rect b="b" l="l" r="r" t="t"/>
                <a:pathLst>
                  <a:path extrusionOk="0" h="6157" w="1793">
                    <a:moveTo>
                      <a:pt x="897" y="1"/>
                    </a:moveTo>
                    <a:cubicBezTo>
                      <a:pt x="399" y="1"/>
                      <a:pt x="0" y="396"/>
                      <a:pt x="0" y="889"/>
                    </a:cubicBezTo>
                    <a:lnTo>
                      <a:pt x="0" y="5265"/>
                    </a:lnTo>
                    <a:cubicBezTo>
                      <a:pt x="0" y="5757"/>
                      <a:pt x="399" y="6157"/>
                      <a:pt x="897" y="6157"/>
                    </a:cubicBezTo>
                    <a:cubicBezTo>
                      <a:pt x="1393" y="6157"/>
                      <a:pt x="1793" y="5757"/>
                      <a:pt x="1793" y="5265"/>
                    </a:cubicBezTo>
                    <a:lnTo>
                      <a:pt x="1793" y="889"/>
                    </a:lnTo>
                    <a:cubicBezTo>
                      <a:pt x="1793" y="396"/>
                      <a:pt x="1393" y="1"/>
                      <a:pt x="897"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6583143" y="3549469"/>
                <a:ext cx="196141" cy="673530"/>
              </a:xfrm>
              <a:custGeom>
                <a:rect b="b" l="l" r="r" t="t"/>
                <a:pathLst>
                  <a:path extrusionOk="0" h="6157" w="1793">
                    <a:moveTo>
                      <a:pt x="897" y="1"/>
                    </a:moveTo>
                    <a:cubicBezTo>
                      <a:pt x="399" y="1"/>
                      <a:pt x="0" y="400"/>
                      <a:pt x="0" y="889"/>
                    </a:cubicBezTo>
                    <a:lnTo>
                      <a:pt x="0" y="5265"/>
                    </a:lnTo>
                    <a:cubicBezTo>
                      <a:pt x="0" y="5757"/>
                      <a:pt x="399" y="6156"/>
                      <a:pt x="897" y="6156"/>
                    </a:cubicBezTo>
                    <a:cubicBezTo>
                      <a:pt x="1393" y="6156"/>
                      <a:pt x="1793" y="5757"/>
                      <a:pt x="1793" y="5265"/>
                    </a:cubicBezTo>
                    <a:lnTo>
                      <a:pt x="1793" y="889"/>
                    </a:lnTo>
                    <a:cubicBezTo>
                      <a:pt x="1793" y="400"/>
                      <a:pt x="1393" y="1"/>
                      <a:pt x="897"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a:off x="5054579" y="5274064"/>
                <a:ext cx="196360" cy="673530"/>
              </a:xfrm>
              <a:custGeom>
                <a:rect b="b" l="l" r="r" t="t"/>
                <a:pathLst>
                  <a:path extrusionOk="0" h="6157" w="1795">
                    <a:moveTo>
                      <a:pt x="898" y="1"/>
                    </a:moveTo>
                    <a:cubicBezTo>
                      <a:pt x="405" y="1"/>
                      <a:pt x="1" y="396"/>
                      <a:pt x="1" y="889"/>
                    </a:cubicBezTo>
                    <a:lnTo>
                      <a:pt x="1" y="5265"/>
                    </a:lnTo>
                    <a:cubicBezTo>
                      <a:pt x="1" y="5757"/>
                      <a:pt x="405" y="6157"/>
                      <a:pt x="898" y="6157"/>
                    </a:cubicBezTo>
                    <a:cubicBezTo>
                      <a:pt x="1395" y="6157"/>
                      <a:pt x="1794" y="5757"/>
                      <a:pt x="1794" y="5265"/>
                    </a:cubicBezTo>
                    <a:lnTo>
                      <a:pt x="1794" y="889"/>
                    </a:lnTo>
                    <a:cubicBezTo>
                      <a:pt x="1794" y="396"/>
                      <a:pt x="1395" y="1"/>
                      <a:pt x="898"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5054579" y="3549469"/>
                <a:ext cx="196360" cy="673530"/>
              </a:xfrm>
              <a:custGeom>
                <a:rect b="b" l="l" r="r" t="t"/>
                <a:pathLst>
                  <a:path extrusionOk="0" h="6157" w="1795">
                    <a:moveTo>
                      <a:pt x="898" y="1"/>
                    </a:moveTo>
                    <a:cubicBezTo>
                      <a:pt x="405" y="1"/>
                      <a:pt x="1" y="400"/>
                      <a:pt x="1" y="889"/>
                    </a:cubicBezTo>
                    <a:lnTo>
                      <a:pt x="1" y="5265"/>
                    </a:lnTo>
                    <a:cubicBezTo>
                      <a:pt x="1" y="5757"/>
                      <a:pt x="405" y="6156"/>
                      <a:pt x="898" y="6156"/>
                    </a:cubicBezTo>
                    <a:cubicBezTo>
                      <a:pt x="1395" y="6156"/>
                      <a:pt x="1794" y="5757"/>
                      <a:pt x="1794" y="5265"/>
                    </a:cubicBezTo>
                    <a:lnTo>
                      <a:pt x="1794" y="889"/>
                    </a:lnTo>
                    <a:cubicBezTo>
                      <a:pt x="1794" y="400"/>
                      <a:pt x="1395" y="1"/>
                      <a:pt x="898"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8"/>
              <p:cNvSpPr/>
              <p:nvPr/>
            </p:nvSpPr>
            <p:spPr>
              <a:xfrm>
                <a:off x="5115731" y="2642593"/>
                <a:ext cx="1602928" cy="3721533"/>
              </a:xfrm>
              <a:custGeom>
                <a:rect b="b" l="l" r="r" t="t"/>
                <a:pathLst>
                  <a:path extrusionOk="0" h="34020" w="14653">
                    <a:moveTo>
                      <a:pt x="7324" y="0"/>
                    </a:moveTo>
                    <a:cubicBezTo>
                      <a:pt x="3282" y="0"/>
                      <a:pt x="1" y="2139"/>
                      <a:pt x="1" y="6183"/>
                    </a:cubicBezTo>
                    <a:lnTo>
                      <a:pt x="1" y="29400"/>
                    </a:lnTo>
                    <a:cubicBezTo>
                      <a:pt x="1" y="33443"/>
                      <a:pt x="3282" y="34020"/>
                      <a:pt x="7324" y="34020"/>
                    </a:cubicBezTo>
                    <a:cubicBezTo>
                      <a:pt x="11372" y="34020"/>
                      <a:pt x="14653" y="33443"/>
                      <a:pt x="14653" y="29400"/>
                    </a:cubicBezTo>
                    <a:lnTo>
                      <a:pt x="14653" y="6183"/>
                    </a:lnTo>
                    <a:cubicBezTo>
                      <a:pt x="14653" y="2139"/>
                      <a:pt x="11372" y="0"/>
                      <a:pt x="7324" y="0"/>
                    </a:cubicBezTo>
                    <a:close/>
                  </a:path>
                </a:pathLst>
              </a:custGeom>
              <a:solidFill>
                <a:srgbClr val="5896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8"/>
              <p:cNvSpPr/>
              <p:nvPr/>
            </p:nvSpPr>
            <p:spPr>
              <a:xfrm>
                <a:off x="5340098" y="2747940"/>
                <a:ext cx="1153653" cy="500143"/>
              </a:xfrm>
              <a:custGeom>
                <a:rect b="b" l="l" r="r" t="t"/>
                <a:pathLst>
                  <a:path extrusionOk="0" h="4572" w="10546">
                    <a:moveTo>
                      <a:pt x="5273" y="0"/>
                    </a:moveTo>
                    <a:cubicBezTo>
                      <a:pt x="2411" y="0"/>
                      <a:pt x="80" y="1491"/>
                      <a:pt x="0" y="4310"/>
                    </a:cubicBezTo>
                    <a:lnTo>
                      <a:pt x="112" y="4572"/>
                    </a:lnTo>
                    <a:cubicBezTo>
                      <a:pt x="476" y="4372"/>
                      <a:pt x="906" y="4252"/>
                      <a:pt x="1377" y="4252"/>
                    </a:cubicBezTo>
                    <a:lnTo>
                      <a:pt x="9175" y="4252"/>
                    </a:lnTo>
                    <a:cubicBezTo>
                      <a:pt x="9641" y="4252"/>
                      <a:pt x="10076" y="4372"/>
                      <a:pt x="10435" y="4572"/>
                    </a:cubicBezTo>
                    <a:lnTo>
                      <a:pt x="10546" y="4306"/>
                    </a:lnTo>
                    <a:cubicBezTo>
                      <a:pt x="10471" y="1491"/>
                      <a:pt x="8136" y="0"/>
                      <a:pt x="5273" y="0"/>
                    </a:cubicBezTo>
                    <a:close/>
                  </a:path>
                </a:pathLst>
              </a:custGeom>
              <a:solidFill>
                <a:srgbClr val="7EA9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8"/>
              <p:cNvSpPr/>
              <p:nvPr/>
            </p:nvSpPr>
            <p:spPr>
              <a:xfrm>
                <a:off x="5241643" y="3213082"/>
                <a:ext cx="1350779" cy="822960"/>
              </a:xfrm>
              <a:custGeom>
                <a:rect b="b" l="l" r="r" t="t"/>
                <a:pathLst>
                  <a:path extrusionOk="0" h="7523" w="12348">
                    <a:moveTo>
                      <a:pt x="2277" y="0"/>
                    </a:moveTo>
                    <a:cubicBezTo>
                      <a:pt x="1021" y="0"/>
                      <a:pt x="0" y="853"/>
                      <a:pt x="0" y="1900"/>
                    </a:cubicBezTo>
                    <a:lnTo>
                      <a:pt x="0" y="7523"/>
                    </a:lnTo>
                    <a:lnTo>
                      <a:pt x="12347" y="7523"/>
                    </a:lnTo>
                    <a:lnTo>
                      <a:pt x="12347" y="1900"/>
                    </a:lnTo>
                    <a:cubicBezTo>
                      <a:pt x="12347" y="853"/>
                      <a:pt x="11331" y="0"/>
                      <a:pt x="10075" y="0"/>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p:nvPr/>
            </p:nvSpPr>
            <p:spPr>
              <a:xfrm>
                <a:off x="5199308" y="3151056"/>
                <a:ext cx="401689" cy="749667"/>
              </a:xfrm>
              <a:custGeom>
                <a:rect b="b" l="l" r="r" t="t"/>
                <a:pathLst>
                  <a:path extrusionOk="0" h="6853" w="3672">
                    <a:moveTo>
                      <a:pt x="650" y="0"/>
                    </a:moveTo>
                    <a:cubicBezTo>
                      <a:pt x="577" y="0"/>
                      <a:pt x="503" y="14"/>
                      <a:pt x="431" y="43"/>
                    </a:cubicBezTo>
                    <a:cubicBezTo>
                      <a:pt x="142" y="164"/>
                      <a:pt x="1" y="496"/>
                      <a:pt x="125" y="789"/>
                    </a:cubicBezTo>
                    <a:lnTo>
                      <a:pt x="2500" y="6502"/>
                    </a:lnTo>
                    <a:cubicBezTo>
                      <a:pt x="2588" y="6723"/>
                      <a:pt x="2801" y="6852"/>
                      <a:pt x="3024" y="6852"/>
                    </a:cubicBezTo>
                    <a:cubicBezTo>
                      <a:pt x="3098" y="6852"/>
                      <a:pt x="3170" y="6838"/>
                      <a:pt x="3241" y="6812"/>
                    </a:cubicBezTo>
                    <a:cubicBezTo>
                      <a:pt x="3534" y="6688"/>
                      <a:pt x="3671" y="6355"/>
                      <a:pt x="3551" y="6066"/>
                    </a:cubicBezTo>
                    <a:lnTo>
                      <a:pt x="1177" y="350"/>
                    </a:lnTo>
                    <a:cubicBezTo>
                      <a:pt x="1087" y="132"/>
                      <a:pt x="874" y="0"/>
                      <a:pt x="650" y="0"/>
                    </a:cubicBezTo>
                    <a:close/>
                  </a:path>
                </a:pathLst>
              </a:custGeom>
              <a:solidFill>
                <a:srgbClr val="5896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8"/>
              <p:cNvSpPr/>
              <p:nvPr/>
            </p:nvSpPr>
            <p:spPr>
              <a:xfrm>
                <a:off x="5161457" y="3824376"/>
                <a:ext cx="384186" cy="83576"/>
              </a:xfrm>
              <a:custGeom>
                <a:rect b="b" l="l" r="r" t="t"/>
                <a:pathLst>
                  <a:path extrusionOk="0" h="764" w="3512">
                    <a:moveTo>
                      <a:pt x="378" y="0"/>
                    </a:moveTo>
                    <a:cubicBezTo>
                      <a:pt x="169" y="0"/>
                      <a:pt x="0" y="173"/>
                      <a:pt x="0" y="382"/>
                    </a:cubicBezTo>
                    <a:cubicBezTo>
                      <a:pt x="0" y="591"/>
                      <a:pt x="169" y="763"/>
                      <a:pt x="378" y="763"/>
                    </a:cubicBezTo>
                    <a:lnTo>
                      <a:pt x="3134" y="763"/>
                    </a:lnTo>
                    <a:cubicBezTo>
                      <a:pt x="3343" y="763"/>
                      <a:pt x="3511" y="591"/>
                      <a:pt x="3511" y="382"/>
                    </a:cubicBezTo>
                    <a:cubicBezTo>
                      <a:pt x="3511" y="173"/>
                      <a:pt x="3343" y="0"/>
                      <a:pt x="3134" y="0"/>
                    </a:cubicBezTo>
                    <a:close/>
                  </a:path>
                </a:pathLst>
              </a:custGeom>
              <a:solidFill>
                <a:srgbClr val="5896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8"/>
              <p:cNvSpPr/>
              <p:nvPr/>
            </p:nvSpPr>
            <p:spPr>
              <a:xfrm>
                <a:off x="6233082" y="3151056"/>
                <a:ext cx="401580" cy="749667"/>
              </a:xfrm>
              <a:custGeom>
                <a:rect b="b" l="l" r="r" t="t"/>
                <a:pathLst>
                  <a:path extrusionOk="0" h="6853" w="3671">
                    <a:moveTo>
                      <a:pt x="3024" y="0"/>
                    </a:moveTo>
                    <a:cubicBezTo>
                      <a:pt x="2801" y="0"/>
                      <a:pt x="2589" y="132"/>
                      <a:pt x="2499" y="350"/>
                    </a:cubicBezTo>
                    <a:lnTo>
                      <a:pt x="125" y="6066"/>
                    </a:lnTo>
                    <a:cubicBezTo>
                      <a:pt x="0" y="6355"/>
                      <a:pt x="142" y="6688"/>
                      <a:pt x="430" y="6812"/>
                    </a:cubicBezTo>
                    <a:cubicBezTo>
                      <a:pt x="502" y="6838"/>
                      <a:pt x="577" y="6852"/>
                      <a:pt x="648" y="6852"/>
                    </a:cubicBezTo>
                    <a:cubicBezTo>
                      <a:pt x="875" y="6852"/>
                      <a:pt x="1083" y="6723"/>
                      <a:pt x="1176" y="6502"/>
                    </a:cubicBezTo>
                    <a:lnTo>
                      <a:pt x="3550" y="789"/>
                    </a:lnTo>
                    <a:cubicBezTo>
                      <a:pt x="3671" y="496"/>
                      <a:pt x="3533" y="164"/>
                      <a:pt x="3240" y="43"/>
                    </a:cubicBezTo>
                    <a:cubicBezTo>
                      <a:pt x="3170" y="14"/>
                      <a:pt x="3097" y="0"/>
                      <a:pt x="3024" y="0"/>
                    </a:cubicBezTo>
                    <a:close/>
                  </a:path>
                </a:pathLst>
              </a:custGeom>
              <a:solidFill>
                <a:srgbClr val="5896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8"/>
              <p:cNvSpPr/>
              <p:nvPr/>
            </p:nvSpPr>
            <p:spPr>
              <a:xfrm>
                <a:off x="6288436" y="3824376"/>
                <a:ext cx="384624" cy="83576"/>
              </a:xfrm>
              <a:custGeom>
                <a:rect b="b" l="l" r="r" t="t"/>
                <a:pathLst>
                  <a:path extrusionOk="0" h="764" w="3516">
                    <a:moveTo>
                      <a:pt x="381" y="0"/>
                    </a:moveTo>
                    <a:cubicBezTo>
                      <a:pt x="168" y="0"/>
                      <a:pt x="0" y="173"/>
                      <a:pt x="0" y="382"/>
                    </a:cubicBezTo>
                    <a:cubicBezTo>
                      <a:pt x="0" y="591"/>
                      <a:pt x="168" y="763"/>
                      <a:pt x="381" y="763"/>
                    </a:cubicBezTo>
                    <a:lnTo>
                      <a:pt x="3134" y="763"/>
                    </a:lnTo>
                    <a:cubicBezTo>
                      <a:pt x="3342" y="763"/>
                      <a:pt x="3515" y="591"/>
                      <a:pt x="3515" y="382"/>
                    </a:cubicBezTo>
                    <a:cubicBezTo>
                      <a:pt x="3515" y="173"/>
                      <a:pt x="3342" y="0"/>
                      <a:pt x="3134" y="0"/>
                    </a:cubicBezTo>
                    <a:close/>
                  </a:path>
                </a:pathLst>
              </a:custGeom>
              <a:solidFill>
                <a:srgbClr val="5896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8"/>
              <p:cNvSpPr/>
              <p:nvPr/>
            </p:nvSpPr>
            <p:spPr>
              <a:xfrm>
                <a:off x="5418315" y="3581959"/>
                <a:ext cx="997441" cy="2485616"/>
              </a:xfrm>
              <a:custGeom>
                <a:rect b="b" l="l" r="r" t="t"/>
                <a:pathLst>
                  <a:path extrusionOk="0" h="22722" w="9118">
                    <a:moveTo>
                      <a:pt x="0" y="1"/>
                    </a:moveTo>
                    <a:lnTo>
                      <a:pt x="0" y="22722"/>
                    </a:lnTo>
                    <a:lnTo>
                      <a:pt x="9117" y="22722"/>
                    </a:lnTo>
                    <a:lnTo>
                      <a:pt x="9117" y="1"/>
                    </a:lnTo>
                    <a:close/>
                  </a:path>
                </a:pathLst>
              </a:custGeom>
              <a:solidFill>
                <a:srgbClr val="5896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5518410" y="3685008"/>
                <a:ext cx="797690" cy="2331592"/>
              </a:xfrm>
              <a:custGeom>
                <a:rect b="b" l="l" r="r" t="t"/>
                <a:pathLst>
                  <a:path extrusionOk="0" h="21314" w="7292">
                    <a:moveTo>
                      <a:pt x="0" y="0"/>
                    </a:moveTo>
                    <a:lnTo>
                      <a:pt x="0" y="21313"/>
                    </a:lnTo>
                    <a:lnTo>
                      <a:pt x="7292" y="21313"/>
                    </a:lnTo>
                    <a:lnTo>
                      <a:pt x="7292" y="0"/>
                    </a:lnTo>
                    <a:close/>
                  </a:path>
                </a:pathLst>
              </a:custGeom>
              <a:solidFill>
                <a:srgbClr val="7EA9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8"/>
              <p:cNvSpPr/>
              <p:nvPr/>
            </p:nvSpPr>
            <p:spPr>
              <a:xfrm>
                <a:off x="5473668" y="3261982"/>
                <a:ext cx="391516" cy="71105"/>
              </a:xfrm>
              <a:custGeom>
                <a:rect b="b" l="l" r="r" t="t"/>
                <a:pathLst>
                  <a:path extrusionOk="0" h="650" w="3579">
                    <a:moveTo>
                      <a:pt x="1641" y="1"/>
                    </a:moveTo>
                    <a:cubicBezTo>
                      <a:pt x="1445" y="1"/>
                      <a:pt x="1251" y="13"/>
                      <a:pt x="1061" y="46"/>
                    </a:cubicBezTo>
                    <a:cubicBezTo>
                      <a:pt x="950" y="64"/>
                      <a:pt x="844" y="90"/>
                      <a:pt x="742" y="121"/>
                    </a:cubicBezTo>
                    <a:cubicBezTo>
                      <a:pt x="639" y="144"/>
                      <a:pt x="547" y="193"/>
                      <a:pt x="457" y="223"/>
                    </a:cubicBezTo>
                    <a:cubicBezTo>
                      <a:pt x="373" y="268"/>
                      <a:pt x="297" y="316"/>
                      <a:pt x="236" y="361"/>
                    </a:cubicBezTo>
                    <a:cubicBezTo>
                      <a:pt x="174" y="410"/>
                      <a:pt x="125" y="459"/>
                      <a:pt x="90" y="498"/>
                    </a:cubicBezTo>
                    <a:cubicBezTo>
                      <a:pt x="27" y="596"/>
                      <a:pt x="0" y="649"/>
                      <a:pt x="0" y="649"/>
                    </a:cubicBezTo>
                    <a:cubicBezTo>
                      <a:pt x="0" y="649"/>
                      <a:pt x="67" y="627"/>
                      <a:pt x="156" y="592"/>
                    </a:cubicBezTo>
                    <a:cubicBezTo>
                      <a:pt x="200" y="582"/>
                      <a:pt x="262" y="574"/>
                      <a:pt x="324" y="561"/>
                    </a:cubicBezTo>
                    <a:cubicBezTo>
                      <a:pt x="391" y="556"/>
                      <a:pt x="462" y="552"/>
                      <a:pt x="547" y="543"/>
                    </a:cubicBezTo>
                    <a:cubicBezTo>
                      <a:pt x="564" y="544"/>
                      <a:pt x="581" y="544"/>
                      <a:pt x="598" y="544"/>
                    </a:cubicBezTo>
                    <a:cubicBezTo>
                      <a:pt x="645" y="544"/>
                      <a:pt x="695" y="542"/>
                      <a:pt x="748" y="542"/>
                    </a:cubicBezTo>
                    <a:cubicBezTo>
                      <a:pt x="768" y="542"/>
                      <a:pt x="788" y="542"/>
                      <a:pt x="809" y="543"/>
                    </a:cubicBezTo>
                    <a:cubicBezTo>
                      <a:pt x="897" y="543"/>
                      <a:pt x="995" y="547"/>
                      <a:pt x="1102" y="552"/>
                    </a:cubicBezTo>
                    <a:cubicBezTo>
                      <a:pt x="1305" y="556"/>
                      <a:pt x="1528" y="561"/>
                      <a:pt x="1745" y="570"/>
                    </a:cubicBezTo>
                    <a:cubicBezTo>
                      <a:pt x="1857" y="572"/>
                      <a:pt x="1970" y="573"/>
                      <a:pt x="2082" y="573"/>
                    </a:cubicBezTo>
                    <a:cubicBezTo>
                      <a:pt x="2413" y="573"/>
                      <a:pt x="2735" y="561"/>
                      <a:pt x="2997" y="525"/>
                    </a:cubicBezTo>
                    <a:cubicBezTo>
                      <a:pt x="3169" y="503"/>
                      <a:pt x="3316" y="472"/>
                      <a:pt x="3423" y="445"/>
                    </a:cubicBezTo>
                    <a:cubicBezTo>
                      <a:pt x="3520" y="418"/>
                      <a:pt x="3578" y="396"/>
                      <a:pt x="3578" y="396"/>
                    </a:cubicBezTo>
                    <a:cubicBezTo>
                      <a:pt x="3578" y="396"/>
                      <a:pt x="3525" y="369"/>
                      <a:pt x="3423" y="334"/>
                    </a:cubicBezTo>
                    <a:cubicBezTo>
                      <a:pt x="3325" y="295"/>
                      <a:pt x="3192" y="250"/>
                      <a:pt x="3023" y="197"/>
                    </a:cubicBezTo>
                    <a:cubicBezTo>
                      <a:pt x="2854" y="148"/>
                      <a:pt x="2655" y="103"/>
                      <a:pt x="2442" y="68"/>
                    </a:cubicBezTo>
                    <a:cubicBezTo>
                      <a:pt x="2229" y="28"/>
                      <a:pt x="1993" y="6"/>
                      <a:pt x="1758" y="2"/>
                    </a:cubicBezTo>
                    <a:cubicBezTo>
                      <a:pt x="1719" y="1"/>
                      <a:pt x="1680" y="1"/>
                      <a:pt x="1641" y="1"/>
                    </a:cubicBezTo>
                    <a:close/>
                  </a:path>
                </a:pathLst>
              </a:custGeom>
              <a:solidFill>
                <a:srgbClr val="435E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a:off x="5241643" y="4181218"/>
                <a:ext cx="176778" cy="1835387"/>
              </a:xfrm>
              <a:custGeom>
                <a:rect b="b" l="l" r="r" t="t"/>
                <a:pathLst>
                  <a:path extrusionOk="0" h="16778" w="1616">
                    <a:moveTo>
                      <a:pt x="0" y="0"/>
                    </a:moveTo>
                    <a:lnTo>
                      <a:pt x="0" y="16777"/>
                    </a:lnTo>
                    <a:lnTo>
                      <a:pt x="1615" y="16777"/>
                    </a:lnTo>
                    <a:lnTo>
                      <a:pt x="1615" y="0"/>
                    </a:lnTo>
                    <a:close/>
                  </a:path>
                </a:pathLst>
              </a:custGeom>
              <a:solidFill>
                <a:srgbClr val="4D8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6415661" y="4167544"/>
                <a:ext cx="176778" cy="1849061"/>
              </a:xfrm>
              <a:custGeom>
                <a:rect b="b" l="l" r="r" t="t"/>
                <a:pathLst>
                  <a:path extrusionOk="0" h="16903" w="1616">
                    <a:moveTo>
                      <a:pt x="0" y="1"/>
                    </a:moveTo>
                    <a:lnTo>
                      <a:pt x="0" y="16902"/>
                    </a:lnTo>
                    <a:lnTo>
                      <a:pt x="1615" y="16902"/>
                    </a:lnTo>
                    <a:lnTo>
                      <a:pt x="1615" y="1"/>
                    </a:lnTo>
                    <a:close/>
                  </a:path>
                </a:pathLst>
              </a:custGeom>
              <a:solidFill>
                <a:srgbClr val="4D8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p:nvPr/>
            </p:nvSpPr>
            <p:spPr>
              <a:xfrm>
                <a:off x="5498501" y="6112130"/>
                <a:ext cx="837071" cy="129740"/>
              </a:xfrm>
              <a:custGeom>
                <a:rect b="b" l="l" r="r" t="t"/>
                <a:pathLst>
                  <a:path extrusionOk="0" h="1186" w="7652">
                    <a:moveTo>
                      <a:pt x="594" y="1"/>
                    </a:moveTo>
                    <a:cubicBezTo>
                      <a:pt x="266" y="1"/>
                      <a:pt x="0" y="267"/>
                      <a:pt x="0" y="595"/>
                    </a:cubicBezTo>
                    <a:cubicBezTo>
                      <a:pt x="0" y="919"/>
                      <a:pt x="266" y="1185"/>
                      <a:pt x="594" y="1185"/>
                    </a:cubicBezTo>
                    <a:lnTo>
                      <a:pt x="7061" y="1185"/>
                    </a:lnTo>
                    <a:cubicBezTo>
                      <a:pt x="7385" y="1185"/>
                      <a:pt x="7651" y="919"/>
                      <a:pt x="7651" y="595"/>
                    </a:cubicBezTo>
                    <a:cubicBezTo>
                      <a:pt x="7651" y="267"/>
                      <a:pt x="7385" y="1"/>
                      <a:pt x="7061" y="1"/>
                    </a:cubicBezTo>
                    <a:close/>
                  </a:path>
                </a:pathLst>
              </a:custGeom>
              <a:solidFill>
                <a:srgbClr val="1E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5885865" y="6044197"/>
                <a:ext cx="62244" cy="294813"/>
              </a:xfrm>
              <a:custGeom>
                <a:rect b="b" l="l" r="r" t="t"/>
                <a:pathLst>
                  <a:path extrusionOk="0" h="2695" w="569">
                    <a:moveTo>
                      <a:pt x="1" y="1"/>
                    </a:moveTo>
                    <a:lnTo>
                      <a:pt x="1" y="2695"/>
                    </a:lnTo>
                    <a:lnTo>
                      <a:pt x="569" y="2695"/>
                    </a:lnTo>
                    <a:lnTo>
                      <a:pt x="569" y="1"/>
                    </a:lnTo>
                    <a:close/>
                  </a:path>
                </a:pathLst>
              </a:custGeom>
              <a:solidFill>
                <a:srgbClr val="5896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4981723" y="3421806"/>
                <a:ext cx="208065" cy="207955"/>
              </a:xfrm>
              <a:custGeom>
                <a:rect b="b" l="l" r="r" t="t"/>
                <a:pathLst>
                  <a:path extrusionOk="0" h="1901" w="1902">
                    <a:moveTo>
                      <a:pt x="1901" y="0"/>
                    </a:moveTo>
                    <a:lnTo>
                      <a:pt x="1" y="1385"/>
                    </a:lnTo>
                    <a:lnTo>
                      <a:pt x="1" y="1901"/>
                    </a:lnTo>
                    <a:lnTo>
                      <a:pt x="1901" y="1741"/>
                    </a:lnTo>
                    <a:lnTo>
                      <a:pt x="1901" y="0"/>
                    </a:lnTo>
                    <a:close/>
                  </a:path>
                </a:pathLst>
              </a:custGeom>
              <a:solidFill>
                <a:srgbClr val="4373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p:nvPr/>
            </p:nvSpPr>
            <p:spPr>
              <a:xfrm>
                <a:off x="6644295" y="3421806"/>
                <a:ext cx="207846" cy="207955"/>
              </a:xfrm>
              <a:custGeom>
                <a:rect b="b" l="l" r="r" t="t"/>
                <a:pathLst>
                  <a:path extrusionOk="0" h="1901" w="1900">
                    <a:moveTo>
                      <a:pt x="0" y="0"/>
                    </a:moveTo>
                    <a:lnTo>
                      <a:pt x="0" y="1741"/>
                    </a:lnTo>
                    <a:lnTo>
                      <a:pt x="1900" y="1901"/>
                    </a:lnTo>
                    <a:lnTo>
                      <a:pt x="1900" y="1385"/>
                    </a:lnTo>
                    <a:lnTo>
                      <a:pt x="0" y="0"/>
                    </a:lnTo>
                    <a:close/>
                  </a:path>
                </a:pathLst>
              </a:custGeom>
              <a:solidFill>
                <a:srgbClr val="4373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p:nvPr/>
            </p:nvSpPr>
            <p:spPr>
              <a:xfrm>
                <a:off x="5304217" y="4247292"/>
                <a:ext cx="45726" cy="1703788"/>
              </a:xfrm>
              <a:custGeom>
                <a:rect b="b" l="l" r="r" t="t"/>
                <a:pathLst>
                  <a:path extrusionOk="0" h="15575" w="418">
                    <a:moveTo>
                      <a:pt x="209" y="0"/>
                    </a:moveTo>
                    <a:cubicBezTo>
                      <a:pt x="94" y="0"/>
                      <a:pt x="0" y="93"/>
                      <a:pt x="0" y="209"/>
                    </a:cubicBezTo>
                    <a:lnTo>
                      <a:pt x="0" y="15366"/>
                    </a:lnTo>
                    <a:cubicBezTo>
                      <a:pt x="0" y="15481"/>
                      <a:pt x="94" y="15575"/>
                      <a:pt x="209" y="15575"/>
                    </a:cubicBezTo>
                    <a:cubicBezTo>
                      <a:pt x="324" y="15575"/>
                      <a:pt x="418" y="15481"/>
                      <a:pt x="418" y="15366"/>
                    </a:cubicBezTo>
                    <a:lnTo>
                      <a:pt x="418" y="209"/>
                    </a:lnTo>
                    <a:cubicBezTo>
                      <a:pt x="418" y="93"/>
                      <a:pt x="324" y="0"/>
                      <a:pt x="209" y="0"/>
                    </a:cubicBezTo>
                    <a:close/>
                  </a:path>
                </a:pathLst>
              </a:custGeom>
              <a:solidFill>
                <a:srgbClr val="4373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p:nvPr/>
            </p:nvSpPr>
            <p:spPr>
              <a:xfrm>
                <a:off x="6484032" y="4247292"/>
                <a:ext cx="46273" cy="1703788"/>
              </a:xfrm>
              <a:custGeom>
                <a:rect b="b" l="l" r="r" t="t"/>
                <a:pathLst>
                  <a:path extrusionOk="0" h="15575" w="423">
                    <a:moveTo>
                      <a:pt x="214" y="0"/>
                    </a:moveTo>
                    <a:cubicBezTo>
                      <a:pt x="99" y="0"/>
                      <a:pt x="1" y="93"/>
                      <a:pt x="1" y="209"/>
                    </a:cubicBezTo>
                    <a:lnTo>
                      <a:pt x="1" y="15366"/>
                    </a:lnTo>
                    <a:cubicBezTo>
                      <a:pt x="1" y="15481"/>
                      <a:pt x="99" y="15575"/>
                      <a:pt x="214" y="15575"/>
                    </a:cubicBezTo>
                    <a:cubicBezTo>
                      <a:pt x="329" y="15575"/>
                      <a:pt x="422" y="15481"/>
                      <a:pt x="422" y="15366"/>
                    </a:cubicBezTo>
                    <a:lnTo>
                      <a:pt x="422" y="209"/>
                    </a:lnTo>
                    <a:cubicBezTo>
                      <a:pt x="422" y="93"/>
                      <a:pt x="329" y="0"/>
                      <a:pt x="214" y="0"/>
                    </a:cubicBezTo>
                    <a:close/>
                  </a:path>
                </a:pathLst>
              </a:custGeom>
              <a:solidFill>
                <a:srgbClr val="4373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8"/>
              <p:cNvSpPr/>
              <p:nvPr/>
            </p:nvSpPr>
            <p:spPr>
              <a:xfrm>
                <a:off x="5177538" y="2761504"/>
                <a:ext cx="299626" cy="259151"/>
              </a:xfrm>
              <a:custGeom>
                <a:rect b="b" l="l" r="r" t="t"/>
                <a:pathLst>
                  <a:path extrusionOk="0" h="2369" w="2739">
                    <a:moveTo>
                      <a:pt x="2058" y="1"/>
                    </a:moveTo>
                    <a:cubicBezTo>
                      <a:pt x="1688" y="1"/>
                      <a:pt x="1238" y="433"/>
                      <a:pt x="950" y="662"/>
                    </a:cubicBezTo>
                    <a:cubicBezTo>
                      <a:pt x="439" y="1066"/>
                      <a:pt x="0" y="1625"/>
                      <a:pt x="560" y="2154"/>
                    </a:cubicBezTo>
                    <a:cubicBezTo>
                      <a:pt x="720" y="2305"/>
                      <a:pt x="879" y="2368"/>
                      <a:pt x="1033" y="2368"/>
                    </a:cubicBezTo>
                    <a:cubicBezTo>
                      <a:pt x="1533" y="2368"/>
                      <a:pt x="1980" y="1709"/>
                      <a:pt x="2242" y="1279"/>
                    </a:cubicBezTo>
                    <a:cubicBezTo>
                      <a:pt x="2490" y="870"/>
                      <a:pt x="2738" y="489"/>
                      <a:pt x="2344" y="116"/>
                    </a:cubicBezTo>
                    <a:cubicBezTo>
                      <a:pt x="2259" y="34"/>
                      <a:pt x="2162" y="1"/>
                      <a:pt x="2058" y="1"/>
                    </a:cubicBezTo>
                    <a:close/>
                  </a:path>
                </a:pathLst>
              </a:custGeom>
              <a:solidFill>
                <a:srgbClr val="D28C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p:nvPr/>
            </p:nvSpPr>
            <p:spPr>
              <a:xfrm>
                <a:off x="5227531" y="2819702"/>
                <a:ext cx="165073" cy="142757"/>
              </a:xfrm>
              <a:custGeom>
                <a:rect b="b" l="l" r="r" t="t"/>
                <a:pathLst>
                  <a:path extrusionOk="0" h="1305" w="1509">
                    <a:moveTo>
                      <a:pt x="1134" y="0"/>
                    </a:moveTo>
                    <a:cubicBezTo>
                      <a:pt x="930" y="0"/>
                      <a:pt x="684" y="239"/>
                      <a:pt x="523" y="365"/>
                    </a:cubicBezTo>
                    <a:cubicBezTo>
                      <a:pt x="244" y="587"/>
                      <a:pt x="0" y="893"/>
                      <a:pt x="310" y="1186"/>
                    </a:cubicBezTo>
                    <a:cubicBezTo>
                      <a:pt x="398" y="1270"/>
                      <a:pt x="486" y="1304"/>
                      <a:pt x="571" y="1304"/>
                    </a:cubicBezTo>
                    <a:cubicBezTo>
                      <a:pt x="845" y="1304"/>
                      <a:pt x="1093" y="940"/>
                      <a:pt x="1238" y="702"/>
                    </a:cubicBezTo>
                    <a:cubicBezTo>
                      <a:pt x="1371" y="481"/>
                      <a:pt x="1509" y="272"/>
                      <a:pt x="1291" y="63"/>
                    </a:cubicBezTo>
                    <a:cubicBezTo>
                      <a:pt x="1244" y="19"/>
                      <a:pt x="1191" y="0"/>
                      <a:pt x="1134" y="0"/>
                    </a:cubicBezTo>
                    <a:close/>
                  </a:path>
                </a:pathLst>
              </a:custGeom>
              <a:solidFill>
                <a:srgbClr val="D8A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6356807" y="2761504"/>
                <a:ext cx="299735" cy="259151"/>
              </a:xfrm>
              <a:custGeom>
                <a:rect b="b" l="l" r="r" t="t"/>
                <a:pathLst>
                  <a:path extrusionOk="0" h="2369" w="2740">
                    <a:moveTo>
                      <a:pt x="683" y="1"/>
                    </a:moveTo>
                    <a:cubicBezTo>
                      <a:pt x="579" y="1"/>
                      <a:pt x="482" y="34"/>
                      <a:pt x="396" y="116"/>
                    </a:cubicBezTo>
                    <a:cubicBezTo>
                      <a:pt x="0" y="489"/>
                      <a:pt x="254" y="870"/>
                      <a:pt x="498" y="1279"/>
                    </a:cubicBezTo>
                    <a:cubicBezTo>
                      <a:pt x="759" y="1709"/>
                      <a:pt x="1207" y="2368"/>
                      <a:pt x="1706" y="2368"/>
                    </a:cubicBezTo>
                    <a:cubicBezTo>
                      <a:pt x="1860" y="2368"/>
                      <a:pt x="2020" y="2305"/>
                      <a:pt x="2180" y="2154"/>
                    </a:cubicBezTo>
                    <a:cubicBezTo>
                      <a:pt x="2739" y="1625"/>
                      <a:pt x="2300" y="1066"/>
                      <a:pt x="1790" y="662"/>
                    </a:cubicBezTo>
                    <a:cubicBezTo>
                      <a:pt x="1502" y="433"/>
                      <a:pt x="1054" y="1"/>
                      <a:pt x="683" y="1"/>
                    </a:cubicBezTo>
                    <a:close/>
                  </a:path>
                </a:pathLst>
              </a:custGeom>
              <a:solidFill>
                <a:srgbClr val="D28C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6441259" y="2819702"/>
                <a:ext cx="165292" cy="142757"/>
              </a:xfrm>
              <a:custGeom>
                <a:rect b="b" l="l" r="r" t="t"/>
                <a:pathLst>
                  <a:path extrusionOk="0" h="1305" w="1511">
                    <a:moveTo>
                      <a:pt x="376" y="0"/>
                    </a:moveTo>
                    <a:cubicBezTo>
                      <a:pt x="320" y="0"/>
                      <a:pt x="266" y="19"/>
                      <a:pt x="219" y="63"/>
                    </a:cubicBezTo>
                    <a:cubicBezTo>
                      <a:pt x="1" y="272"/>
                      <a:pt x="139" y="481"/>
                      <a:pt x="277" y="702"/>
                    </a:cubicBezTo>
                    <a:cubicBezTo>
                      <a:pt x="419" y="940"/>
                      <a:pt x="665" y="1304"/>
                      <a:pt x="939" y="1304"/>
                    </a:cubicBezTo>
                    <a:cubicBezTo>
                      <a:pt x="1024" y="1304"/>
                      <a:pt x="1111" y="1270"/>
                      <a:pt x="1199" y="1186"/>
                    </a:cubicBezTo>
                    <a:cubicBezTo>
                      <a:pt x="1510" y="893"/>
                      <a:pt x="1266" y="587"/>
                      <a:pt x="986" y="365"/>
                    </a:cubicBezTo>
                    <a:cubicBezTo>
                      <a:pt x="827" y="239"/>
                      <a:pt x="580" y="0"/>
                      <a:pt x="376" y="0"/>
                    </a:cubicBezTo>
                    <a:close/>
                  </a:path>
                </a:pathLst>
              </a:custGeom>
              <a:solidFill>
                <a:srgbClr val="D8A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18"/>
            <p:cNvGrpSpPr/>
            <p:nvPr/>
          </p:nvGrpSpPr>
          <p:grpSpPr>
            <a:xfrm>
              <a:off x="560026" y="2745487"/>
              <a:ext cx="1603976" cy="638240"/>
              <a:chOff x="560026" y="2745487"/>
              <a:chExt cx="1603976" cy="638240"/>
            </a:xfrm>
          </p:grpSpPr>
          <p:sp>
            <p:nvSpPr>
              <p:cNvPr id="365" name="Google Shape;365;p18"/>
              <p:cNvSpPr/>
              <p:nvPr/>
            </p:nvSpPr>
            <p:spPr>
              <a:xfrm rot="266348">
                <a:off x="637987" y="2912891"/>
                <a:ext cx="220350" cy="137725"/>
              </a:xfrm>
              <a:custGeom>
                <a:rect b="b" l="l" r="r" t="t"/>
                <a:pathLst>
                  <a:path extrusionOk="0" h="5509" w="8814">
                    <a:moveTo>
                      <a:pt x="8814" y="5509"/>
                    </a:moveTo>
                    <a:lnTo>
                      <a:pt x="1378" y="0"/>
                    </a:lnTo>
                    <a:lnTo>
                      <a:pt x="0" y="3030"/>
                    </a:lnTo>
                    <a:close/>
                  </a:path>
                </a:pathLst>
              </a:custGeom>
              <a:solidFill>
                <a:schemeClr val="accent1"/>
              </a:solidFill>
              <a:ln>
                <a:noFill/>
              </a:ln>
            </p:spPr>
          </p:sp>
          <p:sp>
            <p:nvSpPr>
              <p:cNvPr id="366" name="Google Shape;366;p18"/>
              <p:cNvSpPr/>
              <p:nvPr/>
            </p:nvSpPr>
            <p:spPr>
              <a:xfrm rot="266348">
                <a:off x="563333" y="3095921"/>
                <a:ext cx="282300" cy="96400"/>
              </a:xfrm>
              <a:custGeom>
                <a:rect b="b" l="l" r="r" t="t"/>
                <a:pathLst>
                  <a:path extrusionOk="0" h="3856" w="11292">
                    <a:moveTo>
                      <a:pt x="11292" y="826"/>
                    </a:moveTo>
                    <a:lnTo>
                      <a:pt x="1652" y="0"/>
                    </a:lnTo>
                    <a:lnTo>
                      <a:pt x="0" y="3856"/>
                    </a:lnTo>
                    <a:close/>
                  </a:path>
                </a:pathLst>
              </a:custGeom>
              <a:solidFill>
                <a:schemeClr val="accent1"/>
              </a:solidFill>
              <a:ln>
                <a:noFill/>
              </a:ln>
            </p:spPr>
          </p:sp>
          <p:sp>
            <p:nvSpPr>
              <p:cNvPr id="367" name="Google Shape;367;p18"/>
              <p:cNvSpPr/>
              <p:nvPr/>
            </p:nvSpPr>
            <p:spPr>
              <a:xfrm rot="266348">
                <a:off x="717899" y="3192484"/>
                <a:ext cx="144600" cy="185925"/>
              </a:xfrm>
              <a:custGeom>
                <a:rect b="b" l="l" r="r" t="t"/>
                <a:pathLst>
                  <a:path extrusionOk="0" h="7437" w="5784">
                    <a:moveTo>
                      <a:pt x="5784" y="0"/>
                    </a:moveTo>
                    <a:lnTo>
                      <a:pt x="0" y="6335"/>
                    </a:lnTo>
                    <a:lnTo>
                      <a:pt x="4407" y="7437"/>
                    </a:lnTo>
                    <a:close/>
                  </a:path>
                </a:pathLst>
              </a:custGeom>
              <a:solidFill>
                <a:schemeClr val="accent1"/>
              </a:solidFill>
              <a:ln>
                <a:noFill/>
              </a:ln>
            </p:spPr>
          </p:sp>
          <p:sp>
            <p:nvSpPr>
              <p:cNvPr id="368" name="Google Shape;368;p18"/>
              <p:cNvSpPr/>
              <p:nvPr/>
            </p:nvSpPr>
            <p:spPr>
              <a:xfrm rot="266348">
                <a:off x="1876005" y="2752330"/>
                <a:ext cx="185900" cy="234100"/>
              </a:xfrm>
              <a:custGeom>
                <a:rect b="b" l="l" r="r" t="t"/>
                <a:pathLst>
                  <a:path extrusionOk="0" h="9364" w="7436">
                    <a:moveTo>
                      <a:pt x="0" y="9364"/>
                    </a:moveTo>
                    <a:lnTo>
                      <a:pt x="4957" y="0"/>
                    </a:lnTo>
                    <a:lnTo>
                      <a:pt x="7436" y="4406"/>
                    </a:lnTo>
                    <a:close/>
                  </a:path>
                </a:pathLst>
              </a:custGeom>
              <a:solidFill>
                <a:schemeClr val="accent1"/>
              </a:solidFill>
              <a:ln>
                <a:noFill/>
              </a:ln>
            </p:spPr>
          </p:sp>
          <p:sp>
            <p:nvSpPr>
              <p:cNvPr id="369" name="Google Shape;369;p18"/>
              <p:cNvSpPr/>
              <p:nvPr/>
            </p:nvSpPr>
            <p:spPr>
              <a:xfrm rot="266348">
                <a:off x="1884195" y="2970368"/>
                <a:ext cx="275425" cy="123925"/>
              </a:xfrm>
              <a:custGeom>
                <a:rect b="b" l="l" r="r" t="t"/>
                <a:pathLst>
                  <a:path extrusionOk="0" h="4957" w="11017">
                    <a:moveTo>
                      <a:pt x="0" y="3305"/>
                    </a:moveTo>
                    <a:lnTo>
                      <a:pt x="9915" y="0"/>
                    </a:lnTo>
                    <a:lnTo>
                      <a:pt x="11017" y="4957"/>
                    </a:lnTo>
                    <a:close/>
                  </a:path>
                </a:pathLst>
              </a:custGeom>
              <a:solidFill>
                <a:schemeClr val="accent1"/>
              </a:solidFill>
              <a:ln>
                <a:noFill/>
              </a:ln>
            </p:spPr>
          </p:sp>
          <p:sp>
            <p:nvSpPr>
              <p:cNvPr id="370" name="Google Shape;370;p18"/>
              <p:cNvSpPr/>
              <p:nvPr/>
            </p:nvSpPr>
            <p:spPr>
              <a:xfrm rot="266348">
                <a:off x="1903140" y="3128652"/>
                <a:ext cx="220325" cy="206575"/>
              </a:xfrm>
              <a:custGeom>
                <a:rect b="b" l="l" r="r" t="t"/>
                <a:pathLst>
                  <a:path extrusionOk="0" h="8263" w="8813">
                    <a:moveTo>
                      <a:pt x="0" y="0"/>
                    </a:moveTo>
                    <a:lnTo>
                      <a:pt x="8813" y="3581"/>
                    </a:lnTo>
                    <a:lnTo>
                      <a:pt x="7987" y="8263"/>
                    </a:lnTo>
                    <a:close/>
                  </a:path>
                </a:pathLst>
              </a:custGeom>
              <a:solidFill>
                <a:schemeClr val="accent1"/>
              </a:solidFill>
              <a:ln>
                <a:noFill/>
              </a:ln>
            </p:spPr>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9"/>
          <p:cNvSpPr txBox="1"/>
          <p:nvPr>
            <p:ph type="title"/>
          </p:nvPr>
        </p:nvSpPr>
        <p:spPr>
          <a:xfrm>
            <a:off x="713232" y="4032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Sliding Window Algorithm: Code Breakdown</a:t>
            </a:r>
            <a:endParaRPr b="1"/>
          </a:p>
        </p:txBody>
      </p:sp>
      <p:sp>
        <p:nvSpPr>
          <p:cNvPr id="376" name="Google Shape;376;p19"/>
          <p:cNvSpPr txBox="1"/>
          <p:nvPr/>
        </p:nvSpPr>
        <p:spPr>
          <a:xfrm>
            <a:off x="949775" y="1042188"/>
            <a:ext cx="72444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i="1" sz="1300">
              <a:solidFill>
                <a:schemeClr val="dk2"/>
              </a:solidFill>
              <a:latin typeface="Ubuntu"/>
              <a:ea typeface="Ubuntu"/>
              <a:cs typeface="Ubuntu"/>
              <a:sym typeface="Ubuntu"/>
            </a:endParaRPr>
          </a:p>
          <a:p>
            <a:pPr indent="0" lvl="0" marL="0" rtl="0" algn="l">
              <a:spcBef>
                <a:spcPts val="0"/>
              </a:spcBef>
              <a:spcAft>
                <a:spcPts val="0"/>
              </a:spcAft>
              <a:buNone/>
            </a:pPr>
            <a:r>
              <a:rPr i="1" lang="en" sz="1300">
                <a:solidFill>
                  <a:schemeClr val="dk2"/>
                </a:solidFill>
                <a:latin typeface="Ubuntu"/>
                <a:ea typeface="Ubuntu"/>
                <a:cs typeface="Ubuntu"/>
                <a:sym typeface="Ubuntu"/>
              </a:rPr>
              <a:t>for y in range(0, new_image.shape[0], step_h):</a:t>
            </a:r>
            <a:endParaRPr i="1" sz="1300">
              <a:solidFill>
                <a:schemeClr val="dk2"/>
              </a:solidFill>
              <a:latin typeface="Ubuntu"/>
              <a:ea typeface="Ubuntu"/>
              <a:cs typeface="Ubuntu"/>
              <a:sym typeface="Ubuntu"/>
            </a:endParaRPr>
          </a:p>
          <a:p>
            <a:pPr indent="0" lvl="0" marL="0" rtl="0" algn="l">
              <a:spcBef>
                <a:spcPts val="0"/>
              </a:spcBef>
              <a:spcAft>
                <a:spcPts val="0"/>
              </a:spcAft>
              <a:buNone/>
            </a:pPr>
            <a:r>
              <a:rPr i="1" lang="en" sz="1300">
                <a:solidFill>
                  <a:schemeClr val="dk2"/>
                </a:solidFill>
                <a:latin typeface="Ubuntu"/>
                <a:ea typeface="Ubuntu"/>
                <a:cs typeface="Ubuntu"/>
                <a:sym typeface="Ubuntu"/>
              </a:rPr>
              <a:t>    for x in range(0, new_image.shape[1], step_w):</a:t>
            </a:r>
            <a:endParaRPr i="1" sz="1300">
              <a:solidFill>
                <a:schemeClr val="dk2"/>
              </a:solidFill>
              <a:latin typeface="Ubuntu"/>
              <a:ea typeface="Ubuntu"/>
              <a:cs typeface="Ubuntu"/>
              <a:sym typeface="Ubuntu"/>
            </a:endParaRPr>
          </a:p>
          <a:p>
            <a:pPr indent="0" lvl="0" marL="0" rtl="0" algn="l">
              <a:spcBef>
                <a:spcPts val="0"/>
              </a:spcBef>
              <a:spcAft>
                <a:spcPts val="0"/>
              </a:spcAft>
              <a:buNone/>
            </a:pPr>
            <a:r>
              <a:rPr i="1" lang="en" sz="1300">
                <a:solidFill>
                  <a:schemeClr val="dk2"/>
                </a:solidFill>
                <a:latin typeface="Ubuntu"/>
                <a:ea typeface="Ubuntu"/>
                <a:cs typeface="Ubuntu"/>
                <a:sym typeface="Ubuntu"/>
              </a:rPr>
              <a:t>        if y + window_h &lt;= new_image.shape[0] and x + window_w &lt;= new_image.shape[1]:</a:t>
            </a:r>
            <a:endParaRPr i="1" sz="1300">
              <a:solidFill>
                <a:schemeClr val="dk2"/>
              </a:solidFill>
              <a:latin typeface="Ubuntu"/>
              <a:ea typeface="Ubuntu"/>
              <a:cs typeface="Ubuntu"/>
              <a:sym typeface="Ubuntu"/>
            </a:endParaRPr>
          </a:p>
          <a:p>
            <a:pPr indent="0" lvl="0" marL="0" rtl="0" algn="l">
              <a:spcBef>
                <a:spcPts val="0"/>
              </a:spcBef>
              <a:spcAft>
                <a:spcPts val="0"/>
              </a:spcAft>
              <a:buNone/>
            </a:pPr>
            <a:r>
              <a:rPr i="1" lang="en" sz="1300">
                <a:solidFill>
                  <a:schemeClr val="dk2"/>
                </a:solidFill>
                <a:latin typeface="Ubuntu"/>
                <a:ea typeface="Ubuntu"/>
                <a:cs typeface="Ubuntu"/>
                <a:sym typeface="Ubuntu"/>
              </a:rPr>
              <a:t>            image_window = new_image[y:y+window_h, x:x+window_w]</a:t>
            </a:r>
            <a:endParaRPr i="1" sz="1300">
              <a:solidFill>
                <a:schemeClr val="dk2"/>
              </a:solidFill>
              <a:latin typeface="Ubuntu"/>
              <a:ea typeface="Ubuntu"/>
              <a:cs typeface="Ubuntu"/>
              <a:sym typeface="Ubuntu"/>
            </a:endParaRPr>
          </a:p>
          <a:p>
            <a:pPr indent="0" lvl="0" marL="0" rtl="0" algn="l">
              <a:spcBef>
                <a:spcPts val="0"/>
              </a:spcBef>
              <a:spcAft>
                <a:spcPts val="0"/>
              </a:spcAft>
              <a:buNone/>
            </a:pPr>
            <a:r>
              <a:rPr i="1" lang="en" sz="1300">
                <a:solidFill>
                  <a:schemeClr val="dk2"/>
                </a:solidFill>
                <a:latin typeface="Ubuntu"/>
                <a:ea typeface="Ubuntu"/>
                <a:cs typeface="Ubuntu"/>
                <a:sym typeface="Ubuntu"/>
              </a:rPr>
              <a:t>            windows.append(image_window)</a:t>
            </a:r>
            <a:endParaRPr i="1" sz="1300">
              <a:solidFill>
                <a:schemeClr val="dk2"/>
              </a:solidFill>
              <a:latin typeface="Ubuntu"/>
              <a:ea typeface="Ubuntu"/>
              <a:cs typeface="Ubuntu"/>
              <a:sym typeface="Ubuntu"/>
            </a:endParaRPr>
          </a:p>
        </p:txBody>
      </p:sp>
      <p:sp>
        <p:nvSpPr>
          <p:cNvPr id="377" name="Google Shape;377;p19"/>
          <p:cNvSpPr txBox="1"/>
          <p:nvPr/>
        </p:nvSpPr>
        <p:spPr>
          <a:xfrm>
            <a:off x="713225" y="2443925"/>
            <a:ext cx="3900000" cy="1908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Font typeface="Krona One"/>
              <a:buChar char="●"/>
            </a:pPr>
            <a:r>
              <a:rPr lang="en">
                <a:solidFill>
                  <a:schemeClr val="lt1"/>
                </a:solidFill>
                <a:latin typeface="Krona One"/>
                <a:ea typeface="Krona One"/>
                <a:cs typeface="Krona One"/>
                <a:sym typeface="Krona One"/>
              </a:rPr>
              <a:t>We scan the image in small overlapping windows.</a:t>
            </a:r>
            <a:br>
              <a:rPr lang="en">
                <a:solidFill>
                  <a:schemeClr val="lt1"/>
                </a:solidFill>
                <a:latin typeface="Krona One"/>
                <a:ea typeface="Krona One"/>
                <a:cs typeface="Krona One"/>
                <a:sym typeface="Krona One"/>
              </a:rPr>
            </a:br>
            <a:endParaRPr>
              <a:solidFill>
                <a:schemeClr val="lt1"/>
              </a:solidFill>
              <a:latin typeface="Krona One"/>
              <a:ea typeface="Krona One"/>
              <a:cs typeface="Krona One"/>
              <a:sym typeface="Krona One"/>
            </a:endParaRPr>
          </a:p>
          <a:p>
            <a:pPr indent="-317500" lvl="0" marL="457200" rtl="0" algn="l">
              <a:spcBef>
                <a:spcPts val="0"/>
              </a:spcBef>
              <a:spcAft>
                <a:spcPts val="0"/>
              </a:spcAft>
              <a:buClr>
                <a:schemeClr val="lt1"/>
              </a:buClr>
              <a:buSzPts val="1400"/>
              <a:buFont typeface="Krona One"/>
              <a:buChar char="●"/>
            </a:pPr>
            <a:r>
              <a:rPr lang="en">
                <a:solidFill>
                  <a:schemeClr val="lt1"/>
                </a:solidFill>
                <a:latin typeface="Krona One"/>
                <a:ea typeface="Krona One"/>
                <a:cs typeface="Krona One"/>
                <a:sym typeface="Krona One"/>
              </a:rPr>
              <a:t>Each window is 32×32 pixels.</a:t>
            </a:r>
            <a:br>
              <a:rPr lang="en">
                <a:solidFill>
                  <a:schemeClr val="lt1"/>
                </a:solidFill>
                <a:latin typeface="Krona One"/>
                <a:ea typeface="Krona One"/>
                <a:cs typeface="Krona One"/>
                <a:sym typeface="Krona One"/>
              </a:rPr>
            </a:br>
            <a:endParaRPr>
              <a:solidFill>
                <a:schemeClr val="lt1"/>
              </a:solidFill>
              <a:latin typeface="Krona One"/>
              <a:ea typeface="Krona One"/>
              <a:cs typeface="Krona One"/>
              <a:sym typeface="Krona One"/>
            </a:endParaRPr>
          </a:p>
          <a:p>
            <a:pPr indent="-317500" lvl="0" marL="457200" rtl="0" algn="l">
              <a:spcBef>
                <a:spcPts val="0"/>
              </a:spcBef>
              <a:spcAft>
                <a:spcPts val="0"/>
              </a:spcAft>
              <a:buClr>
                <a:schemeClr val="lt1"/>
              </a:buClr>
              <a:buSzPts val="1400"/>
              <a:buFont typeface="Krona One"/>
              <a:buChar char="●"/>
            </a:pPr>
            <a:r>
              <a:rPr lang="en">
                <a:solidFill>
                  <a:schemeClr val="lt1"/>
                </a:solidFill>
                <a:latin typeface="Krona One"/>
                <a:ea typeface="Krona One"/>
                <a:cs typeface="Krona One"/>
                <a:sym typeface="Krona One"/>
              </a:rPr>
              <a:t>Windows are saved to be sent into the model.</a:t>
            </a:r>
            <a:endParaRPr>
              <a:solidFill>
                <a:schemeClr val="lt1"/>
              </a:solidFill>
              <a:latin typeface="Krona One"/>
              <a:ea typeface="Krona One"/>
              <a:cs typeface="Krona One"/>
              <a:sym typeface="Krona One"/>
            </a:endParaRPr>
          </a:p>
        </p:txBody>
      </p:sp>
      <p:pic>
        <p:nvPicPr>
          <p:cNvPr id="378" name="Google Shape;378;p19"/>
          <p:cNvPicPr preferRelativeResize="0"/>
          <p:nvPr/>
        </p:nvPicPr>
        <p:blipFill>
          <a:blip r:embed="rId3">
            <a:alphaModFix/>
          </a:blip>
          <a:stretch>
            <a:fillRect/>
          </a:stretch>
        </p:blipFill>
        <p:spPr>
          <a:xfrm>
            <a:off x="4721900" y="2493850"/>
            <a:ext cx="4257475" cy="1808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0"/>
          <p:cNvSpPr txBox="1"/>
          <p:nvPr>
            <p:ph type="title"/>
          </p:nvPr>
        </p:nvSpPr>
        <p:spPr>
          <a:xfrm>
            <a:off x="713232" y="403213"/>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Perceptron VS CNN </a:t>
            </a:r>
            <a:endParaRPr/>
          </a:p>
        </p:txBody>
      </p:sp>
      <p:grpSp>
        <p:nvGrpSpPr>
          <p:cNvPr id="384" name="Google Shape;384;p20"/>
          <p:cNvGrpSpPr/>
          <p:nvPr/>
        </p:nvGrpSpPr>
        <p:grpSpPr>
          <a:xfrm>
            <a:off x="3261437" y="1092634"/>
            <a:ext cx="2255400" cy="1904437"/>
            <a:chOff x="3444487" y="1092634"/>
            <a:chExt cx="2255400" cy="1904437"/>
          </a:xfrm>
        </p:grpSpPr>
        <p:sp>
          <p:nvSpPr>
            <p:cNvPr id="385" name="Google Shape;385;p20"/>
            <p:cNvSpPr txBox="1"/>
            <p:nvPr/>
          </p:nvSpPr>
          <p:spPr>
            <a:xfrm>
              <a:off x="3617125" y="1092634"/>
              <a:ext cx="1910100" cy="71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3F3F3"/>
                  </a:solidFill>
                  <a:latin typeface="Krona One"/>
                  <a:ea typeface="Krona One"/>
                  <a:cs typeface="Krona One"/>
                  <a:sym typeface="Krona One"/>
                </a:rPr>
                <a:t>Prediction Results</a:t>
              </a:r>
              <a:endParaRPr sz="1200">
                <a:solidFill>
                  <a:srgbClr val="F3F3F3"/>
                </a:solidFill>
                <a:latin typeface="Krona One"/>
                <a:ea typeface="Krona One"/>
                <a:cs typeface="Krona One"/>
                <a:sym typeface="Krona One"/>
              </a:endParaRPr>
            </a:p>
          </p:txBody>
        </p:sp>
        <p:sp>
          <p:nvSpPr>
            <p:cNvPr id="386" name="Google Shape;386;p20"/>
            <p:cNvSpPr txBox="1"/>
            <p:nvPr/>
          </p:nvSpPr>
          <p:spPr>
            <a:xfrm>
              <a:off x="3444487" y="1842072"/>
              <a:ext cx="2255400" cy="115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buntu"/>
                <a:ea typeface="Ubuntu"/>
                <a:cs typeface="Ubuntu"/>
                <a:sym typeface="Ubuntu"/>
              </a:endParaRPr>
            </a:p>
          </p:txBody>
        </p:sp>
      </p:grpSp>
      <p:cxnSp>
        <p:nvCxnSpPr>
          <p:cNvPr id="387" name="Google Shape;387;p20"/>
          <p:cNvCxnSpPr>
            <a:stCxn id="385" idx="1"/>
            <a:endCxn id="388" idx="3"/>
          </p:cNvCxnSpPr>
          <p:nvPr/>
        </p:nvCxnSpPr>
        <p:spPr>
          <a:xfrm flipH="1">
            <a:off x="2539175" y="1450234"/>
            <a:ext cx="894900" cy="600"/>
          </a:xfrm>
          <a:prstGeom prst="bentConnector3">
            <a:avLst>
              <a:gd fmla="val 50008" name="adj1"/>
            </a:avLst>
          </a:prstGeom>
          <a:noFill/>
          <a:ln cap="flat" cmpd="sng" w="38100">
            <a:solidFill>
              <a:schemeClr val="dk2"/>
            </a:solidFill>
            <a:prstDash val="dash"/>
            <a:round/>
            <a:headEnd len="med" w="med" type="none"/>
            <a:tailEnd len="med" w="med" type="none"/>
          </a:ln>
        </p:spPr>
      </p:cxnSp>
      <p:cxnSp>
        <p:nvCxnSpPr>
          <p:cNvPr id="389" name="Google Shape;389;p20"/>
          <p:cNvCxnSpPr>
            <a:stCxn id="385" idx="3"/>
            <a:endCxn id="390" idx="1"/>
          </p:cNvCxnSpPr>
          <p:nvPr/>
        </p:nvCxnSpPr>
        <p:spPr>
          <a:xfrm>
            <a:off x="5344175" y="1450234"/>
            <a:ext cx="894900" cy="600"/>
          </a:xfrm>
          <a:prstGeom prst="bentConnector3">
            <a:avLst>
              <a:gd fmla="val 50007" name="adj1"/>
            </a:avLst>
          </a:prstGeom>
          <a:noFill/>
          <a:ln cap="flat" cmpd="sng" w="38100">
            <a:solidFill>
              <a:schemeClr val="dk2"/>
            </a:solidFill>
            <a:prstDash val="dash"/>
            <a:round/>
            <a:headEnd len="med" w="med" type="none"/>
            <a:tailEnd len="med" w="med" type="none"/>
          </a:ln>
        </p:spPr>
      </p:cxnSp>
      <p:grpSp>
        <p:nvGrpSpPr>
          <p:cNvPr id="391" name="Google Shape;391;p20"/>
          <p:cNvGrpSpPr/>
          <p:nvPr/>
        </p:nvGrpSpPr>
        <p:grpSpPr>
          <a:xfrm>
            <a:off x="6238946" y="1230178"/>
            <a:ext cx="2621480" cy="2564707"/>
            <a:chOff x="6422389" y="1230170"/>
            <a:chExt cx="1910282" cy="2564707"/>
          </a:xfrm>
        </p:grpSpPr>
        <p:sp>
          <p:nvSpPr>
            <p:cNvPr id="392" name="Google Shape;392;p20"/>
            <p:cNvSpPr txBox="1"/>
            <p:nvPr/>
          </p:nvSpPr>
          <p:spPr>
            <a:xfrm>
              <a:off x="6422399" y="3354777"/>
              <a:ext cx="1910100" cy="44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Ubuntu"/>
                  <a:ea typeface="Ubuntu"/>
                  <a:cs typeface="Ubuntu"/>
                  <a:sym typeface="Ubuntu"/>
                </a:rPr>
                <a:t>Accuracy on sliding windows: </a:t>
              </a:r>
              <a:r>
                <a:rPr b="1" lang="en">
                  <a:latin typeface="Ubuntu"/>
                  <a:ea typeface="Ubuntu"/>
                  <a:cs typeface="Ubuntu"/>
                  <a:sym typeface="Ubuntu"/>
                </a:rPr>
                <a:t>~82%</a:t>
              </a:r>
              <a:endParaRPr b="1">
                <a:solidFill>
                  <a:schemeClr val="dk1"/>
                </a:solidFill>
                <a:latin typeface="Ubuntu"/>
                <a:ea typeface="Ubuntu"/>
                <a:cs typeface="Ubuntu"/>
                <a:sym typeface="Ubuntu"/>
              </a:endParaRPr>
            </a:p>
          </p:txBody>
        </p:sp>
        <p:sp>
          <p:nvSpPr>
            <p:cNvPr id="393" name="Google Shape;393;p20"/>
            <p:cNvSpPr txBox="1"/>
            <p:nvPr/>
          </p:nvSpPr>
          <p:spPr>
            <a:xfrm>
              <a:off x="6422389" y="1924508"/>
              <a:ext cx="1910100" cy="44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buntu"/>
                  <a:ea typeface="Ubuntu"/>
                  <a:cs typeface="Ubuntu"/>
                  <a:sym typeface="Ubuntu"/>
                </a:rPr>
                <a:t>Uses convolutional layers</a:t>
              </a:r>
              <a:endParaRPr>
                <a:solidFill>
                  <a:schemeClr val="dk1"/>
                </a:solidFill>
                <a:latin typeface="Ubuntu"/>
                <a:ea typeface="Ubuntu"/>
                <a:cs typeface="Ubuntu"/>
                <a:sym typeface="Ubuntu"/>
              </a:endParaRPr>
            </a:p>
          </p:txBody>
        </p:sp>
        <p:sp>
          <p:nvSpPr>
            <p:cNvPr id="394" name="Google Shape;394;p20"/>
            <p:cNvSpPr txBox="1"/>
            <p:nvPr/>
          </p:nvSpPr>
          <p:spPr>
            <a:xfrm>
              <a:off x="6422389" y="2639636"/>
              <a:ext cx="1910100" cy="44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buntu"/>
                  <a:ea typeface="Ubuntu"/>
                  <a:cs typeface="Ubuntu"/>
                  <a:sym typeface="Ubuntu"/>
                </a:rPr>
                <a:t>Conv2D → ReLU → Pooling → Dense(128) → Dense(3)</a:t>
              </a:r>
              <a:endParaRPr>
                <a:solidFill>
                  <a:schemeClr val="dk1"/>
                </a:solidFill>
                <a:latin typeface="Ubuntu"/>
                <a:ea typeface="Ubuntu"/>
                <a:cs typeface="Ubuntu"/>
                <a:sym typeface="Ubuntu"/>
              </a:endParaRPr>
            </a:p>
          </p:txBody>
        </p:sp>
        <p:sp>
          <p:nvSpPr>
            <p:cNvPr id="390" name="Google Shape;390;p20"/>
            <p:cNvSpPr txBox="1"/>
            <p:nvPr/>
          </p:nvSpPr>
          <p:spPr>
            <a:xfrm>
              <a:off x="6422571" y="1230170"/>
              <a:ext cx="1910100" cy="44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Krona One"/>
                  <a:ea typeface="Krona One"/>
                  <a:cs typeface="Krona One"/>
                  <a:sym typeface="Krona One"/>
                </a:rPr>
                <a:t>CNN</a:t>
              </a:r>
              <a:endParaRPr b="1" sz="1200">
                <a:solidFill>
                  <a:schemeClr val="dk1"/>
                </a:solidFill>
                <a:latin typeface="Krona One"/>
                <a:ea typeface="Krona One"/>
                <a:cs typeface="Krona One"/>
                <a:sym typeface="Krona One"/>
              </a:endParaRPr>
            </a:p>
          </p:txBody>
        </p:sp>
      </p:grpSp>
      <p:grpSp>
        <p:nvGrpSpPr>
          <p:cNvPr id="395" name="Google Shape;395;p20"/>
          <p:cNvGrpSpPr/>
          <p:nvPr/>
        </p:nvGrpSpPr>
        <p:grpSpPr>
          <a:xfrm>
            <a:off x="283567" y="1230174"/>
            <a:ext cx="2255493" cy="2564707"/>
            <a:chOff x="811824" y="1230170"/>
            <a:chExt cx="1910140" cy="2564707"/>
          </a:xfrm>
        </p:grpSpPr>
        <p:sp>
          <p:nvSpPr>
            <p:cNvPr id="396" name="Google Shape;396;p20"/>
            <p:cNvSpPr txBox="1"/>
            <p:nvPr/>
          </p:nvSpPr>
          <p:spPr>
            <a:xfrm>
              <a:off x="811824" y="2639636"/>
              <a:ext cx="1910100" cy="440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buntu"/>
                  <a:ea typeface="Ubuntu"/>
                  <a:cs typeface="Ubuntu"/>
                  <a:sym typeface="Ubuntu"/>
                </a:rPr>
                <a:t>Layers: Flatten → Dense(128) → Dense(3)</a:t>
              </a:r>
              <a:endParaRPr>
                <a:solidFill>
                  <a:schemeClr val="lt1"/>
                </a:solidFill>
                <a:latin typeface="Ubuntu"/>
                <a:ea typeface="Ubuntu"/>
                <a:cs typeface="Ubuntu"/>
                <a:sym typeface="Ubuntu"/>
              </a:endParaRPr>
            </a:p>
          </p:txBody>
        </p:sp>
        <p:sp>
          <p:nvSpPr>
            <p:cNvPr id="397" name="Google Shape;397;p20"/>
            <p:cNvSpPr txBox="1"/>
            <p:nvPr/>
          </p:nvSpPr>
          <p:spPr>
            <a:xfrm>
              <a:off x="811864" y="3354777"/>
              <a:ext cx="1910100" cy="440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buntu"/>
                  <a:ea typeface="Ubuntu"/>
                  <a:cs typeface="Ubuntu"/>
                  <a:sym typeface="Ubuntu"/>
                </a:rPr>
                <a:t>Accuracy on sliding windows: </a:t>
              </a:r>
              <a:r>
                <a:rPr b="1" lang="en">
                  <a:solidFill>
                    <a:schemeClr val="lt1"/>
                  </a:solidFill>
                  <a:latin typeface="Ubuntu"/>
                  <a:ea typeface="Ubuntu"/>
                  <a:cs typeface="Ubuntu"/>
                  <a:sym typeface="Ubuntu"/>
                </a:rPr>
                <a:t>~73%</a:t>
              </a:r>
              <a:endParaRPr>
                <a:solidFill>
                  <a:schemeClr val="lt1"/>
                </a:solidFill>
                <a:latin typeface="Ubuntu"/>
                <a:ea typeface="Ubuntu"/>
                <a:cs typeface="Ubuntu"/>
                <a:sym typeface="Ubuntu"/>
              </a:endParaRPr>
            </a:p>
          </p:txBody>
        </p:sp>
        <p:sp>
          <p:nvSpPr>
            <p:cNvPr id="398" name="Google Shape;398;p20"/>
            <p:cNvSpPr txBox="1"/>
            <p:nvPr/>
          </p:nvSpPr>
          <p:spPr>
            <a:xfrm>
              <a:off x="811839" y="1924508"/>
              <a:ext cx="1910100" cy="440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buntu"/>
                  <a:ea typeface="Ubuntu"/>
                  <a:cs typeface="Ubuntu"/>
                  <a:sym typeface="Ubuntu"/>
                </a:rPr>
                <a:t>Simple neural network</a:t>
              </a:r>
              <a:endParaRPr>
                <a:solidFill>
                  <a:schemeClr val="lt1"/>
                </a:solidFill>
                <a:latin typeface="Ubuntu"/>
                <a:ea typeface="Ubuntu"/>
                <a:cs typeface="Ubuntu"/>
                <a:sym typeface="Ubuntu"/>
              </a:endParaRPr>
            </a:p>
          </p:txBody>
        </p:sp>
        <p:sp>
          <p:nvSpPr>
            <p:cNvPr id="388" name="Google Shape;388;p20"/>
            <p:cNvSpPr txBox="1"/>
            <p:nvPr/>
          </p:nvSpPr>
          <p:spPr>
            <a:xfrm>
              <a:off x="811839" y="1230170"/>
              <a:ext cx="1910100" cy="440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Krona One"/>
                  <a:ea typeface="Krona One"/>
                  <a:cs typeface="Krona One"/>
                  <a:sym typeface="Krona One"/>
                </a:rPr>
                <a:t>Perceptron</a:t>
              </a:r>
              <a:endParaRPr b="1" sz="1200">
                <a:solidFill>
                  <a:schemeClr val="lt1"/>
                </a:solidFill>
                <a:latin typeface="Krona One"/>
                <a:ea typeface="Krona One"/>
                <a:cs typeface="Krona One"/>
                <a:sym typeface="Krona One"/>
              </a:endParaRPr>
            </a:p>
          </p:txBody>
        </p:sp>
      </p:grpSp>
      <p:grpSp>
        <p:nvGrpSpPr>
          <p:cNvPr id="399" name="Google Shape;399;p20"/>
          <p:cNvGrpSpPr/>
          <p:nvPr/>
        </p:nvGrpSpPr>
        <p:grpSpPr>
          <a:xfrm>
            <a:off x="4002728" y="2055339"/>
            <a:ext cx="772542" cy="1421818"/>
            <a:chOff x="4572011" y="858924"/>
            <a:chExt cx="1576938" cy="2835695"/>
          </a:xfrm>
        </p:grpSpPr>
        <p:sp>
          <p:nvSpPr>
            <p:cNvPr id="400" name="Google Shape;400;p20"/>
            <p:cNvSpPr/>
            <p:nvPr/>
          </p:nvSpPr>
          <p:spPr>
            <a:xfrm>
              <a:off x="5056099" y="1966682"/>
              <a:ext cx="608442" cy="1727938"/>
            </a:xfrm>
            <a:custGeom>
              <a:rect b="b" l="l" r="r" t="t"/>
              <a:pathLst>
                <a:path extrusionOk="0" h="5447" w="1918">
                  <a:moveTo>
                    <a:pt x="1" y="1"/>
                  </a:moveTo>
                  <a:lnTo>
                    <a:pt x="1" y="1914"/>
                  </a:lnTo>
                  <a:lnTo>
                    <a:pt x="644" y="2402"/>
                  </a:lnTo>
                  <a:lnTo>
                    <a:pt x="1" y="2890"/>
                  </a:lnTo>
                  <a:lnTo>
                    <a:pt x="644" y="3379"/>
                  </a:lnTo>
                  <a:lnTo>
                    <a:pt x="1" y="3867"/>
                  </a:lnTo>
                  <a:lnTo>
                    <a:pt x="644" y="4354"/>
                  </a:lnTo>
                  <a:lnTo>
                    <a:pt x="1" y="4838"/>
                  </a:lnTo>
                  <a:lnTo>
                    <a:pt x="1" y="4843"/>
                  </a:lnTo>
                  <a:lnTo>
                    <a:pt x="959" y="5446"/>
                  </a:lnTo>
                  <a:lnTo>
                    <a:pt x="1918" y="4843"/>
                  </a:lnTo>
                  <a:lnTo>
                    <a:pt x="1918" y="1"/>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0"/>
            <p:cNvSpPr/>
            <p:nvPr/>
          </p:nvSpPr>
          <p:spPr>
            <a:xfrm>
              <a:off x="4572011" y="858924"/>
              <a:ext cx="1576938" cy="1278427"/>
            </a:xfrm>
            <a:custGeom>
              <a:rect b="b" l="l" r="r" t="t"/>
              <a:pathLst>
                <a:path extrusionOk="0" h="4030" w="4971">
                  <a:moveTo>
                    <a:pt x="2485" y="723"/>
                  </a:moveTo>
                  <a:cubicBezTo>
                    <a:pt x="2733" y="723"/>
                    <a:pt x="2938" y="923"/>
                    <a:pt x="2938" y="1176"/>
                  </a:cubicBezTo>
                  <a:cubicBezTo>
                    <a:pt x="2938" y="1424"/>
                    <a:pt x="2733" y="1629"/>
                    <a:pt x="2485" y="1629"/>
                  </a:cubicBezTo>
                  <a:cubicBezTo>
                    <a:pt x="2233" y="1629"/>
                    <a:pt x="2033" y="1424"/>
                    <a:pt x="2033" y="1176"/>
                  </a:cubicBezTo>
                  <a:cubicBezTo>
                    <a:pt x="2033" y="923"/>
                    <a:pt x="2233" y="723"/>
                    <a:pt x="2485" y="723"/>
                  </a:cubicBezTo>
                  <a:close/>
                  <a:moveTo>
                    <a:pt x="1008" y="0"/>
                  </a:moveTo>
                  <a:cubicBezTo>
                    <a:pt x="449" y="0"/>
                    <a:pt x="0" y="453"/>
                    <a:pt x="0" y="1007"/>
                  </a:cubicBezTo>
                  <a:lnTo>
                    <a:pt x="0" y="3022"/>
                  </a:lnTo>
                  <a:cubicBezTo>
                    <a:pt x="0" y="3581"/>
                    <a:pt x="449" y="4030"/>
                    <a:pt x="1008" y="4030"/>
                  </a:cubicBezTo>
                  <a:lnTo>
                    <a:pt x="3964" y="4030"/>
                  </a:lnTo>
                  <a:cubicBezTo>
                    <a:pt x="4518" y="4030"/>
                    <a:pt x="4970" y="3581"/>
                    <a:pt x="4970" y="3022"/>
                  </a:cubicBezTo>
                  <a:lnTo>
                    <a:pt x="4970" y="1007"/>
                  </a:lnTo>
                  <a:cubicBezTo>
                    <a:pt x="4970" y="453"/>
                    <a:pt x="4518" y="0"/>
                    <a:pt x="3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0"/>
            <p:cNvSpPr/>
            <p:nvPr/>
          </p:nvSpPr>
          <p:spPr>
            <a:xfrm>
              <a:off x="5360320" y="2137033"/>
              <a:ext cx="304221" cy="1557587"/>
            </a:xfrm>
            <a:custGeom>
              <a:rect b="b" l="l" r="r" t="t"/>
              <a:pathLst>
                <a:path extrusionOk="0" h="4910" w="959">
                  <a:moveTo>
                    <a:pt x="0" y="1"/>
                  </a:moveTo>
                  <a:lnTo>
                    <a:pt x="0" y="4909"/>
                  </a:lnTo>
                  <a:lnTo>
                    <a:pt x="959" y="4306"/>
                  </a:lnTo>
                  <a:lnTo>
                    <a:pt x="959" y="1"/>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p:nvPr/>
          </p:nvSpPr>
          <p:spPr>
            <a:xfrm>
              <a:off x="5360320" y="858924"/>
              <a:ext cx="788628" cy="1278427"/>
            </a:xfrm>
            <a:custGeom>
              <a:rect b="b" l="l" r="r" t="t"/>
              <a:pathLst>
                <a:path extrusionOk="0" h="4030" w="2486">
                  <a:moveTo>
                    <a:pt x="0" y="0"/>
                  </a:moveTo>
                  <a:lnTo>
                    <a:pt x="0" y="723"/>
                  </a:lnTo>
                  <a:cubicBezTo>
                    <a:pt x="248" y="723"/>
                    <a:pt x="453" y="923"/>
                    <a:pt x="453" y="1176"/>
                  </a:cubicBezTo>
                  <a:cubicBezTo>
                    <a:pt x="453" y="1424"/>
                    <a:pt x="248" y="1629"/>
                    <a:pt x="0" y="1629"/>
                  </a:cubicBezTo>
                  <a:lnTo>
                    <a:pt x="0" y="4030"/>
                  </a:lnTo>
                  <a:lnTo>
                    <a:pt x="1479" y="4030"/>
                  </a:lnTo>
                  <a:cubicBezTo>
                    <a:pt x="2033" y="4030"/>
                    <a:pt x="2485" y="3581"/>
                    <a:pt x="2485" y="3022"/>
                  </a:cubicBezTo>
                  <a:lnTo>
                    <a:pt x="2485" y="1007"/>
                  </a:lnTo>
                  <a:cubicBezTo>
                    <a:pt x="2485" y="453"/>
                    <a:pt x="2033" y="0"/>
                    <a:pt x="147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 name="Google Shape;404;p20"/>
          <p:cNvGrpSpPr/>
          <p:nvPr/>
        </p:nvGrpSpPr>
        <p:grpSpPr>
          <a:xfrm>
            <a:off x="3510341" y="3910069"/>
            <a:ext cx="1757555" cy="1233443"/>
            <a:chOff x="5173120" y="1048631"/>
            <a:chExt cx="5158658" cy="3620319"/>
          </a:xfrm>
        </p:grpSpPr>
        <p:sp>
          <p:nvSpPr>
            <p:cNvPr id="405" name="Google Shape;405;p20"/>
            <p:cNvSpPr/>
            <p:nvPr/>
          </p:nvSpPr>
          <p:spPr>
            <a:xfrm>
              <a:off x="9396814" y="3751250"/>
              <a:ext cx="661200" cy="9177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20"/>
            <p:cNvGrpSpPr/>
            <p:nvPr/>
          </p:nvGrpSpPr>
          <p:grpSpPr>
            <a:xfrm>
              <a:off x="5173120" y="1048631"/>
              <a:ext cx="5158658" cy="3620319"/>
              <a:chOff x="5173120" y="1048631"/>
              <a:chExt cx="5158658" cy="3620319"/>
            </a:xfrm>
          </p:grpSpPr>
          <p:sp>
            <p:nvSpPr>
              <p:cNvPr id="407" name="Google Shape;407;p20"/>
              <p:cNvSpPr/>
              <p:nvPr/>
            </p:nvSpPr>
            <p:spPr>
              <a:xfrm>
                <a:off x="5467950" y="3751250"/>
                <a:ext cx="661200" cy="9177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 name="Google Shape;408;p20"/>
              <p:cNvGrpSpPr/>
              <p:nvPr/>
            </p:nvGrpSpPr>
            <p:grpSpPr>
              <a:xfrm>
                <a:off x="5173120" y="1048631"/>
                <a:ext cx="5158658" cy="3231941"/>
                <a:chOff x="5593100" y="1024150"/>
                <a:chExt cx="594425" cy="372425"/>
              </a:xfrm>
            </p:grpSpPr>
            <p:sp>
              <p:nvSpPr>
                <p:cNvPr id="409" name="Google Shape;409;p20"/>
                <p:cNvSpPr/>
                <p:nvPr/>
              </p:nvSpPr>
              <p:spPr>
                <a:xfrm>
                  <a:off x="5593100" y="1117900"/>
                  <a:ext cx="67550" cy="46900"/>
                </a:xfrm>
                <a:custGeom>
                  <a:rect b="b" l="l" r="r" t="t"/>
                  <a:pathLst>
                    <a:path extrusionOk="0" h="1876" w="2702">
                      <a:moveTo>
                        <a:pt x="1990" y="1"/>
                      </a:moveTo>
                      <a:cubicBezTo>
                        <a:pt x="1439" y="1"/>
                        <a:pt x="588" y="211"/>
                        <a:pt x="340" y="513"/>
                      </a:cubicBezTo>
                      <a:cubicBezTo>
                        <a:pt x="0" y="926"/>
                        <a:pt x="437" y="1583"/>
                        <a:pt x="705" y="1707"/>
                      </a:cubicBezTo>
                      <a:cubicBezTo>
                        <a:pt x="974" y="1827"/>
                        <a:pt x="1923" y="1875"/>
                        <a:pt x="1923" y="1875"/>
                      </a:cubicBezTo>
                      <a:lnTo>
                        <a:pt x="2701" y="1121"/>
                      </a:lnTo>
                      <a:cubicBezTo>
                        <a:pt x="2701" y="1121"/>
                        <a:pt x="2656" y="299"/>
                        <a:pt x="2436" y="97"/>
                      </a:cubicBezTo>
                      <a:cubicBezTo>
                        <a:pt x="2362" y="31"/>
                        <a:pt x="2198" y="1"/>
                        <a:pt x="1990" y="1"/>
                      </a:cubicBezTo>
                      <a:close/>
                    </a:path>
                  </a:pathLst>
                </a:custGeom>
                <a:solidFill>
                  <a:srgbClr val="E8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0"/>
                <p:cNvSpPr/>
                <p:nvPr/>
              </p:nvSpPr>
              <p:spPr>
                <a:xfrm>
                  <a:off x="5641175" y="1145925"/>
                  <a:ext cx="35275" cy="26175"/>
                </a:xfrm>
                <a:custGeom>
                  <a:rect b="b" l="l" r="r" t="t"/>
                  <a:pathLst>
                    <a:path extrusionOk="0" h="1047" w="1411">
                      <a:moveTo>
                        <a:pt x="778" y="0"/>
                      </a:moveTo>
                      <a:lnTo>
                        <a:pt x="0" y="754"/>
                      </a:lnTo>
                      <a:lnTo>
                        <a:pt x="1291" y="1047"/>
                      </a:lnTo>
                      <a:lnTo>
                        <a:pt x="1410" y="145"/>
                      </a:lnTo>
                      <a:cubicBezTo>
                        <a:pt x="1339" y="145"/>
                        <a:pt x="778" y="0"/>
                        <a:pt x="77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0"/>
                <p:cNvSpPr/>
                <p:nvPr/>
              </p:nvSpPr>
              <p:spPr>
                <a:xfrm>
                  <a:off x="5600675" y="1117900"/>
                  <a:ext cx="59975" cy="35975"/>
                </a:xfrm>
                <a:custGeom>
                  <a:rect b="b" l="l" r="r" t="t"/>
                  <a:pathLst>
                    <a:path extrusionOk="0" h="1439" w="2399">
                      <a:moveTo>
                        <a:pt x="1687" y="1"/>
                      </a:moveTo>
                      <a:cubicBezTo>
                        <a:pt x="1136" y="1"/>
                        <a:pt x="285" y="211"/>
                        <a:pt x="37" y="513"/>
                      </a:cubicBezTo>
                      <a:cubicBezTo>
                        <a:pt x="24" y="526"/>
                        <a:pt x="13" y="543"/>
                        <a:pt x="0" y="561"/>
                      </a:cubicBezTo>
                      <a:cubicBezTo>
                        <a:pt x="72" y="709"/>
                        <a:pt x="203" y="846"/>
                        <a:pt x="372" y="950"/>
                      </a:cubicBezTo>
                      <a:cubicBezTo>
                        <a:pt x="612" y="1094"/>
                        <a:pt x="891" y="1163"/>
                        <a:pt x="1163" y="1228"/>
                      </a:cubicBezTo>
                      <a:cubicBezTo>
                        <a:pt x="1404" y="1287"/>
                        <a:pt x="1647" y="1345"/>
                        <a:pt x="1889" y="1404"/>
                      </a:cubicBezTo>
                      <a:cubicBezTo>
                        <a:pt x="1947" y="1418"/>
                        <a:pt x="2009" y="1431"/>
                        <a:pt x="2071" y="1438"/>
                      </a:cubicBezTo>
                      <a:lnTo>
                        <a:pt x="2398" y="1121"/>
                      </a:lnTo>
                      <a:cubicBezTo>
                        <a:pt x="2398" y="1121"/>
                        <a:pt x="2353" y="299"/>
                        <a:pt x="2133" y="97"/>
                      </a:cubicBezTo>
                      <a:cubicBezTo>
                        <a:pt x="2059" y="31"/>
                        <a:pt x="1895" y="1"/>
                        <a:pt x="1687" y="1"/>
                      </a:cubicBezTo>
                      <a:close/>
                    </a:path>
                  </a:pathLst>
                </a:custGeom>
                <a:solidFill>
                  <a:srgbClr val="B2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0"/>
                <p:cNvSpPr/>
                <p:nvPr/>
              </p:nvSpPr>
              <p:spPr>
                <a:xfrm>
                  <a:off x="5599875" y="1146950"/>
                  <a:ext cx="28775" cy="13450"/>
                </a:xfrm>
                <a:custGeom>
                  <a:rect b="b" l="l" r="r" t="t"/>
                  <a:pathLst>
                    <a:path extrusionOk="0" h="538" w="1151">
                      <a:moveTo>
                        <a:pt x="1" y="1"/>
                      </a:moveTo>
                      <a:lnTo>
                        <a:pt x="1" y="1"/>
                      </a:lnTo>
                      <a:cubicBezTo>
                        <a:pt x="94" y="248"/>
                        <a:pt x="280" y="466"/>
                        <a:pt x="424" y="537"/>
                      </a:cubicBezTo>
                      <a:cubicBezTo>
                        <a:pt x="620" y="493"/>
                        <a:pt x="817" y="448"/>
                        <a:pt x="1012" y="404"/>
                      </a:cubicBezTo>
                      <a:cubicBezTo>
                        <a:pt x="1054" y="393"/>
                        <a:pt x="1098" y="383"/>
                        <a:pt x="1122" y="348"/>
                      </a:cubicBezTo>
                      <a:cubicBezTo>
                        <a:pt x="1150" y="314"/>
                        <a:pt x="1133" y="242"/>
                        <a:pt x="1092" y="231"/>
                      </a:cubicBezTo>
                      <a:cubicBezTo>
                        <a:pt x="734" y="135"/>
                        <a:pt x="369" y="59"/>
                        <a:pt x="1" y="1"/>
                      </a:cubicBezTo>
                      <a:close/>
                    </a:path>
                  </a:pathLst>
                </a:custGeom>
                <a:solidFill>
                  <a:srgbClr val="F4D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p:nvPr/>
              </p:nvSpPr>
              <p:spPr>
                <a:xfrm>
                  <a:off x="6119975" y="1117900"/>
                  <a:ext cx="67550" cy="46900"/>
                </a:xfrm>
                <a:custGeom>
                  <a:rect b="b" l="l" r="r" t="t"/>
                  <a:pathLst>
                    <a:path extrusionOk="0" h="1876" w="2702">
                      <a:moveTo>
                        <a:pt x="714" y="1"/>
                      </a:moveTo>
                      <a:cubicBezTo>
                        <a:pt x="507" y="1"/>
                        <a:pt x="342" y="31"/>
                        <a:pt x="269" y="97"/>
                      </a:cubicBezTo>
                      <a:cubicBezTo>
                        <a:pt x="48" y="299"/>
                        <a:pt x="1" y="1121"/>
                        <a:pt x="1" y="1121"/>
                      </a:cubicBezTo>
                      <a:lnTo>
                        <a:pt x="778" y="1875"/>
                      </a:lnTo>
                      <a:cubicBezTo>
                        <a:pt x="778" y="1875"/>
                        <a:pt x="1728" y="1827"/>
                        <a:pt x="1996" y="1707"/>
                      </a:cubicBezTo>
                      <a:cubicBezTo>
                        <a:pt x="2265" y="1583"/>
                        <a:pt x="2701" y="926"/>
                        <a:pt x="2360" y="513"/>
                      </a:cubicBezTo>
                      <a:cubicBezTo>
                        <a:pt x="2113" y="211"/>
                        <a:pt x="1264" y="1"/>
                        <a:pt x="714" y="1"/>
                      </a:cubicBezTo>
                      <a:close/>
                    </a:path>
                  </a:pathLst>
                </a:custGeom>
                <a:solidFill>
                  <a:srgbClr val="E8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6104150" y="1145925"/>
                  <a:ext cx="35300" cy="26175"/>
                </a:xfrm>
                <a:custGeom>
                  <a:rect b="b" l="l" r="r" t="t"/>
                  <a:pathLst>
                    <a:path extrusionOk="0" h="1047" w="1412">
                      <a:moveTo>
                        <a:pt x="634" y="0"/>
                      </a:moveTo>
                      <a:cubicBezTo>
                        <a:pt x="634" y="0"/>
                        <a:pt x="73" y="145"/>
                        <a:pt x="0" y="145"/>
                      </a:cubicBezTo>
                      <a:lnTo>
                        <a:pt x="121" y="1047"/>
                      </a:lnTo>
                      <a:lnTo>
                        <a:pt x="1411" y="754"/>
                      </a:lnTo>
                      <a:lnTo>
                        <a:pt x="63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6119975" y="1117900"/>
                  <a:ext cx="59975" cy="35975"/>
                </a:xfrm>
                <a:custGeom>
                  <a:rect b="b" l="l" r="r" t="t"/>
                  <a:pathLst>
                    <a:path extrusionOk="0" h="1439" w="2399">
                      <a:moveTo>
                        <a:pt x="714" y="1"/>
                      </a:moveTo>
                      <a:cubicBezTo>
                        <a:pt x="507" y="1"/>
                        <a:pt x="342" y="31"/>
                        <a:pt x="269" y="97"/>
                      </a:cubicBezTo>
                      <a:cubicBezTo>
                        <a:pt x="48" y="299"/>
                        <a:pt x="1" y="1121"/>
                        <a:pt x="1" y="1121"/>
                      </a:cubicBezTo>
                      <a:lnTo>
                        <a:pt x="331" y="1438"/>
                      </a:lnTo>
                      <a:cubicBezTo>
                        <a:pt x="389" y="1431"/>
                        <a:pt x="451" y="1418"/>
                        <a:pt x="510" y="1404"/>
                      </a:cubicBezTo>
                      <a:cubicBezTo>
                        <a:pt x="754" y="1345"/>
                        <a:pt x="995" y="1287"/>
                        <a:pt x="1236" y="1228"/>
                      </a:cubicBezTo>
                      <a:cubicBezTo>
                        <a:pt x="1511" y="1163"/>
                        <a:pt x="1786" y="1094"/>
                        <a:pt x="2027" y="950"/>
                      </a:cubicBezTo>
                      <a:cubicBezTo>
                        <a:pt x="2195" y="846"/>
                        <a:pt x="2327" y="709"/>
                        <a:pt x="2398" y="561"/>
                      </a:cubicBezTo>
                      <a:cubicBezTo>
                        <a:pt x="2388" y="543"/>
                        <a:pt x="2374" y="526"/>
                        <a:pt x="2360" y="513"/>
                      </a:cubicBezTo>
                      <a:cubicBezTo>
                        <a:pt x="2113" y="211"/>
                        <a:pt x="1264" y="1"/>
                        <a:pt x="714" y="1"/>
                      </a:cubicBezTo>
                      <a:close/>
                    </a:path>
                  </a:pathLst>
                </a:custGeom>
                <a:solidFill>
                  <a:srgbClr val="B2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6152050" y="1146950"/>
                  <a:ext cx="28675" cy="13450"/>
                </a:xfrm>
                <a:custGeom>
                  <a:rect b="b" l="l" r="r" t="t"/>
                  <a:pathLst>
                    <a:path extrusionOk="0" h="538" w="1147">
                      <a:moveTo>
                        <a:pt x="1147" y="1"/>
                      </a:moveTo>
                      <a:cubicBezTo>
                        <a:pt x="778" y="59"/>
                        <a:pt x="417" y="135"/>
                        <a:pt x="56" y="231"/>
                      </a:cubicBezTo>
                      <a:cubicBezTo>
                        <a:pt x="15" y="242"/>
                        <a:pt x="1" y="314"/>
                        <a:pt x="25" y="348"/>
                      </a:cubicBezTo>
                      <a:cubicBezTo>
                        <a:pt x="49" y="383"/>
                        <a:pt x="97" y="393"/>
                        <a:pt x="139" y="404"/>
                      </a:cubicBezTo>
                      <a:cubicBezTo>
                        <a:pt x="334" y="448"/>
                        <a:pt x="527" y="493"/>
                        <a:pt x="723" y="537"/>
                      </a:cubicBezTo>
                      <a:lnTo>
                        <a:pt x="726" y="537"/>
                      </a:lnTo>
                      <a:cubicBezTo>
                        <a:pt x="868" y="466"/>
                        <a:pt x="1053" y="248"/>
                        <a:pt x="1147" y="1"/>
                      </a:cubicBezTo>
                      <a:close/>
                    </a:path>
                  </a:pathLst>
                </a:custGeom>
                <a:solidFill>
                  <a:srgbClr val="F4D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a:off x="5759350" y="1351050"/>
                  <a:ext cx="263375" cy="45525"/>
                </a:xfrm>
                <a:custGeom>
                  <a:rect b="b" l="l" r="r" t="t"/>
                  <a:pathLst>
                    <a:path extrusionOk="0" h="1821" w="10535">
                      <a:moveTo>
                        <a:pt x="7800" y="1"/>
                      </a:moveTo>
                      <a:cubicBezTo>
                        <a:pt x="7800" y="1"/>
                        <a:pt x="6052" y="35"/>
                        <a:pt x="5839" y="35"/>
                      </a:cubicBezTo>
                      <a:cubicBezTo>
                        <a:pt x="5621" y="35"/>
                        <a:pt x="2306" y="500"/>
                        <a:pt x="2306" y="500"/>
                      </a:cubicBezTo>
                      <a:lnTo>
                        <a:pt x="664" y="1033"/>
                      </a:lnTo>
                      <a:lnTo>
                        <a:pt x="0" y="1463"/>
                      </a:lnTo>
                      <a:lnTo>
                        <a:pt x="699" y="1821"/>
                      </a:lnTo>
                      <a:lnTo>
                        <a:pt x="9189" y="1821"/>
                      </a:lnTo>
                      <a:lnTo>
                        <a:pt x="10534" y="1463"/>
                      </a:lnTo>
                      <a:cubicBezTo>
                        <a:pt x="10534" y="1463"/>
                        <a:pt x="10332" y="465"/>
                        <a:pt x="10225" y="427"/>
                      </a:cubicBezTo>
                      <a:cubicBezTo>
                        <a:pt x="10118" y="393"/>
                        <a:pt x="7800" y="1"/>
                        <a:pt x="7800" y="1"/>
                      </a:cubicBezTo>
                      <a:close/>
                    </a:path>
                  </a:pathLst>
                </a:custGeom>
                <a:solidFill>
                  <a:srgbClr val="3835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5618975" y="1024150"/>
                  <a:ext cx="544025" cy="363500"/>
                </a:xfrm>
                <a:custGeom>
                  <a:rect b="b" l="l" r="r" t="t"/>
                  <a:pathLst>
                    <a:path extrusionOk="0" h="14540" w="21761">
                      <a:moveTo>
                        <a:pt x="10986" y="1510"/>
                      </a:moveTo>
                      <a:cubicBezTo>
                        <a:pt x="11465" y="1510"/>
                        <a:pt x="12665" y="1538"/>
                        <a:pt x="14291" y="1789"/>
                      </a:cubicBezTo>
                      <a:cubicBezTo>
                        <a:pt x="14409" y="1807"/>
                        <a:pt x="14515" y="1872"/>
                        <a:pt x="14588" y="1964"/>
                      </a:cubicBezTo>
                      <a:cubicBezTo>
                        <a:pt x="14746" y="2161"/>
                        <a:pt x="15018" y="2529"/>
                        <a:pt x="15176" y="2869"/>
                      </a:cubicBezTo>
                      <a:cubicBezTo>
                        <a:pt x="15414" y="3368"/>
                        <a:pt x="15953" y="4160"/>
                        <a:pt x="15163" y="4160"/>
                      </a:cubicBezTo>
                      <a:lnTo>
                        <a:pt x="6630" y="4160"/>
                      </a:lnTo>
                      <a:cubicBezTo>
                        <a:pt x="5839" y="4160"/>
                        <a:pt x="6379" y="3368"/>
                        <a:pt x="6617" y="2869"/>
                      </a:cubicBezTo>
                      <a:cubicBezTo>
                        <a:pt x="6778" y="2529"/>
                        <a:pt x="7050" y="2161"/>
                        <a:pt x="7205" y="1964"/>
                      </a:cubicBezTo>
                      <a:cubicBezTo>
                        <a:pt x="7277" y="1872"/>
                        <a:pt x="7384" y="1807"/>
                        <a:pt x="7500" y="1789"/>
                      </a:cubicBezTo>
                      <a:cubicBezTo>
                        <a:pt x="9127" y="1538"/>
                        <a:pt x="10327" y="1510"/>
                        <a:pt x="10806" y="1510"/>
                      </a:cubicBezTo>
                      <a:cubicBezTo>
                        <a:pt x="10840" y="1510"/>
                        <a:pt x="10870" y="1510"/>
                        <a:pt x="10896" y="1510"/>
                      </a:cubicBezTo>
                      <a:cubicBezTo>
                        <a:pt x="10923" y="1510"/>
                        <a:pt x="10953" y="1510"/>
                        <a:pt x="10986" y="1510"/>
                      </a:cubicBezTo>
                      <a:close/>
                      <a:moveTo>
                        <a:pt x="10821" y="1"/>
                      </a:moveTo>
                      <a:cubicBezTo>
                        <a:pt x="9911" y="1"/>
                        <a:pt x="9001" y="46"/>
                        <a:pt x="8096" y="135"/>
                      </a:cubicBezTo>
                      <a:cubicBezTo>
                        <a:pt x="6651" y="276"/>
                        <a:pt x="5079" y="447"/>
                        <a:pt x="4662" y="554"/>
                      </a:cubicBezTo>
                      <a:cubicBezTo>
                        <a:pt x="3568" y="840"/>
                        <a:pt x="1762" y="5835"/>
                        <a:pt x="1762" y="5835"/>
                      </a:cubicBezTo>
                      <a:lnTo>
                        <a:pt x="1026" y="6313"/>
                      </a:lnTo>
                      <a:cubicBezTo>
                        <a:pt x="778" y="6475"/>
                        <a:pt x="585" y="6702"/>
                        <a:pt x="465" y="6970"/>
                      </a:cubicBezTo>
                      <a:cubicBezTo>
                        <a:pt x="300" y="7335"/>
                        <a:pt x="97" y="7851"/>
                        <a:pt x="97" y="8164"/>
                      </a:cubicBezTo>
                      <a:cubicBezTo>
                        <a:pt x="97" y="8687"/>
                        <a:pt x="1" y="11208"/>
                        <a:pt x="190" y="12636"/>
                      </a:cubicBezTo>
                      <a:cubicBezTo>
                        <a:pt x="290" y="13379"/>
                        <a:pt x="441" y="13865"/>
                        <a:pt x="561" y="14157"/>
                      </a:cubicBezTo>
                      <a:cubicBezTo>
                        <a:pt x="658" y="14387"/>
                        <a:pt x="882" y="14539"/>
                        <a:pt x="1129" y="14539"/>
                      </a:cubicBezTo>
                      <a:lnTo>
                        <a:pt x="5615" y="14539"/>
                      </a:lnTo>
                      <a:lnTo>
                        <a:pt x="6613" y="14301"/>
                      </a:lnTo>
                      <a:lnTo>
                        <a:pt x="15148" y="14301"/>
                      </a:lnTo>
                      <a:lnTo>
                        <a:pt x="16149" y="14539"/>
                      </a:lnTo>
                      <a:lnTo>
                        <a:pt x="20633" y="14539"/>
                      </a:lnTo>
                      <a:cubicBezTo>
                        <a:pt x="20880" y="14539"/>
                        <a:pt x="21103" y="14387"/>
                        <a:pt x="21200" y="14157"/>
                      </a:cubicBezTo>
                      <a:cubicBezTo>
                        <a:pt x="21320" y="13865"/>
                        <a:pt x="21471" y="13379"/>
                        <a:pt x="21571" y="12636"/>
                      </a:cubicBezTo>
                      <a:cubicBezTo>
                        <a:pt x="21760" y="11208"/>
                        <a:pt x="21665" y="8687"/>
                        <a:pt x="21665" y="8164"/>
                      </a:cubicBezTo>
                      <a:cubicBezTo>
                        <a:pt x="21665" y="7851"/>
                        <a:pt x="21462" y="7335"/>
                        <a:pt x="21300" y="6970"/>
                      </a:cubicBezTo>
                      <a:cubicBezTo>
                        <a:pt x="21179" y="6702"/>
                        <a:pt x="20984" y="6475"/>
                        <a:pt x="20739" y="6313"/>
                      </a:cubicBezTo>
                      <a:lnTo>
                        <a:pt x="20003" y="5835"/>
                      </a:lnTo>
                      <a:cubicBezTo>
                        <a:pt x="20003" y="5835"/>
                        <a:pt x="18193" y="840"/>
                        <a:pt x="17099" y="554"/>
                      </a:cubicBezTo>
                      <a:cubicBezTo>
                        <a:pt x="16673" y="444"/>
                        <a:pt x="14935" y="265"/>
                        <a:pt x="13387" y="120"/>
                      </a:cubicBezTo>
                      <a:cubicBezTo>
                        <a:pt x="12533" y="40"/>
                        <a:pt x="11677" y="1"/>
                        <a:pt x="10821" y="1"/>
                      </a:cubicBezTo>
                      <a:close/>
                    </a:path>
                  </a:pathLst>
                </a:custGeom>
                <a:solidFill>
                  <a:srgbClr val="E8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5684950" y="1155725"/>
                  <a:ext cx="413900" cy="73100"/>
                </a:xfrm>
                <a:custGeom>
                  <a:rect b="b" l="l" r="r" t="t"/>
                  <a:pathLst>
                    <a:path extrusionOk="0" h="2924" w="16556">
                      <a:moveTo>
                        <a:pt x="0" y="1"/>
                      </a:moveTo>
                      <a:cubicBezTo>
                        <a:pt x="1" y="1"/>
                        <a:pt x="1050" y="999"/>
                        <a:pt x="1762" y="1666"/>
                      </a:cubicBezTo>
                      <a:cubicBezTo>
                        <a:pt x="2474" y="2330"/>
                        <a:pt x="3141" y="2852"/>
                        <a:pt x="5140" y="2901"/>
                      </a:cubicBezTo>
                      <a:cubicBezTo>
                        <a:pt x="5807" y="2918"/>
                        <a:pt x="6384" y="2924"/>
                        <a:pt x="6857" y="2924"/>
                      </a:cubicBezTo>
                      <a:cubicBezTo>
                        <a:pt x="7635" y="2924"/>
                        <a:pt x="8130" y="2909"/>
                        <a:pt x="8278" y="2905"/>
                      </a:cubicBezTo>
                      <a:cubicBezTo>
                        <a:pt x="8425" y="2909"/>
                        <a:pt x="8920" y="2924"/>
                        <a:pt x="9698" y="2924"/>
                      </a:cubicBezTo>
                      <a:cubicBezTo>
                        <a:pt x="10171" y="2924"/>
                        <a:pt x="10748" y="2918"/>
                        <a:pt x="11415" y="2901"/>
                      </a:cubicBezTo>
                      <a:cubicBezTo>
                        <a:pt x="13414" y="2852"/>
                        <a:pt x="14082" y="2330"/>
                        <a:pt x="14794" y="1666"/>
                      </a:cubicBezTo>
                      <a:cubicBezTo>
                        <a:pt x="15506" y="999"/>
                        <a:pt x="16555" y="1"/>
                        <a:pt x="16555" y="1"/>
                      </a:cubicBezTo>
                      <a:lnTo>
                        <a:pt x="16555" y="1"/>
                      </a:lnTo>
                      <a:lnTo>
                        <a:pt x="8278" y="49"/>
                      </a:lnTo>
                      <a:lnTo>
                        <a:pt x="0" y="1"/>
                      </a:lnTo>
                      <a:close/>
                    </a:path>
                  </a:pathLst>
                </a:custGeom>
                <a:solidFill>
                  <a:srgbClr val="B2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5854225" y="1061900"/>
                  <a:ext cx="74925" cy="19450"/>
                </a:xfrm>
                <a:custGeom>
                  <a:rect b="b" l="l" r="r" t="t"/>
                  <a:pathLst>
                    <a:path extrusionOk="0" h="778" w="2997">
                      <a:moveTo>
                        <a:pt x="35" y="0"/>
                      </a:moveTo>
                      <a:cubicBezTo>
                        <a:pt x="14" y="0"/>
                        <a:pt x="0" y="14"/>
                        <a:pt x="0" y="35"/>
                      </a:cubicBezTo>
                      <a:lnTo>
                        <a:pt x="0" y="747"/>
                      </a:lnTo>
                      <a:cubicBezTo>
                        <a:pt x="0" y="764"/>
                        <a:pt x="14" y="778"/>
                        <a:pt x="35" y="778"/>
                      </a:cubicBezTo>
                      <a:lnTo>
                        <a:pt x="2962" y="778"/>
                      </a:lnTo>
                      <a:cubicBezTo>
                        <a:pt x="2979" y="778"/>
                        <a:pt x="2996" y="764"/>
                        <a:pt x="2996" y="747"/>
                      </a:cubicBezTo>
                      <a:lnTo>
                        <a:pt x="2996" y="35"/>
                      </a:lnTo>
                      <a:cubicBezTo>
                        <a:pt x="2996" y="14"/>
                        <a:pt x="2979" y="0"/>
                        <a:pt x="296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5764775" y="1090625"/>
                  <a:ext cx="58575" cy="43875"/>
                </a:xfrm>
                <a:custGeom>
                  <a:rect b="b" l="l" r="r" t="t"/>
                  <a:pathLst>
                    <a:path extrusionOk="0" h="1755" w="2343">
                      <a:moveTo>
                        <a:pt x="729" y="0"/>
                      </a:moveTo>
                      <a:cubicBezTo>
                        <a:pt x="558" y="0"/>
                        <a:pt x="402" y="114"/>
                        <a:pt x="355" y="283"/>
                      </a:cubicBezTo>
                      <a:lnTo>
                        <a:pt x="72" y="1256"/>
                      </a:lnTo>
                      <a:cubicBezTo>
                        <a:pt x="0" y="1507"/>
                        <a:pt x="186" y="1755"/>
                        <a:pt x="444" y="1755"/>
                      </a:cubicBezTo>
                      <a:lnTo>
                        <a:pt x="1899" y="1755"/>
                      </a:lnTo>
                      <a:cubicBezTo>
                        <a:pt x="2154" y="1755"/>
                        <a:pt x="2343" y="1511"/>
                        <a:pt x="2274" y="1263"/>
                      </a:cubicBezTo>
                      <a:lnTo>
                        <a:pt x="2003" y="286"/>
                      </a:lnTo>
                      <a:cubicBezTo>
                        <a:pt x="1954" y="118"/>
                        <a:pt x="1803" y="0"/>
                        <a:pt x="162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5750050" y="1142075"/>
                  <a:ext cx="87000" cy="11175"/>
                </a:xfrm>
                <a:custGeom>
                  <a:rect b="b" l="l" r="r" t="t"/>
                  <a:pathLst>
                    <a:path extrusionOk="0" h="447" w="3480">
                      <a:moveTo>
                        <a:pt x="290" y="0"/>
                      </a:moveTo>
                      <a:cubicBezTo>
                        <a:pt x="245" y="0"/>
                        <a:pt x="204" y="24"/>
                        <a:pt x="186" y="65"/>
                      </a:cubicBezTo>
                      <a:lnTo>
                        <a:pt x="1" y="447"/>
                      </a:lnTo>
                      <a:lnTo>
                        <a:pt x="3479" y="447"/>
                      </a:lnTo>
                      <a:lnTo>
                        <a:pt x="3245" y="55"/>
                      </a:lnTo>
                      <a:cubicBezTo>
                        <a:pt x="3224" y="21"/>
                        <a:pt x="3186" y="0"/>
                        <a:pt x="31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5964800" y="1090625"/>
                  <a:ext cx="58625" cy="43875"/>
                </a:xfrm>
                <a:custGeom>
                  <a:rect b="b" l="l" r="r" t="t"/>
                  <a:pathLst>
                    <a:path extrusionOk="0" h="1755" w="2345">
                      <a:moveTo>
                        <a:pt x="731" y="0"/>
                      </a:moveTo>
                      <a:cubicBezTo>
                        <a:pt x="558" y="0"/>
                        <a:pt x="407" y="114"/>
                        <a:pt x="359" y="283"/>
                      </a:cubicBezTo>
                      <a:lnTo>
                        <a:pt x="74" y="1256"/>
                      </a:lnTo>
                      <a:cubicBezTo>
                        <a:pt x="1" y="1507"/>
                        <a:pt x="187" y="1755"/>
                        <a:pt x="445" y="1755"/>
                      </a:cubicBezTo>
                      <a:lnTo>
                        <a:pt x="1900" y="1755"/>
                      </a:lnTo>
                      <a:cubicBezTo>
                        <a:pt x="2158" y="1755"/>
                        <a:pt x="2344" y="1511"/>
                        <a:pt x="2275" y="1263"/>
                      </a:cubicBezTo>
                      <a:lnTo>
                        <a:pt x="2003" y="286"/>
                      </a:lnTo>
                      <a:cubicBezTo>
                        <a:pt x="1955" y="118"/>
                        <a:pt x="1804" y="0"/>
                        <a:pt x="162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p:nvPr/>
              </p:nvSpPr>
              <p:spPr>
                <a:xfrm>
                  <a:off x="5950125" y="1142075"/>
                  <a:ext cx="86950" cy="11175"/>
                </a:xfrm>
                <a:custGeom>
                  <a:rect b="b" l="l" r="r" t="t"/>
                  <a:pathLst>
                    <a:path extrusionOk="0" h="447" w="3478">
                      <a:moveTo>
                        <a:pt x="289" y="0"/>
                      </a:moveTo>
                      <a:cubicBezTo>
                        <a:pt x="245" y="0"/>
                        <a:pt x="207" y="24"/>
                        <a:pt x="186" y="65"/>
                      </a:cubicBezTo>
                      <a:lnTo>
                        <a:pt x="0" y="447"/>
                      </a:lnTo>
                      <a:lnTo>
                        <a:pt x="3478" y="447"/>
                      </a:lnTo>
                      <a:lnTo>
                        <a:pt x="3244" y="55"/>
                      </a:lnTo>
                      <a:cubicBezTo>
                        <a:pt x="3224" y="21"/>
                        <a:pt x="3186" y="0"/>
                        <a:pt x="314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0"/>
                <p:cNvSpPr/>
                <p:nvPr/>
              </p:nvSpPr>
              <p:spPr>
                <a:xfrm>
                  <a:off x="5767525" y="1306600"/>
                  <a:ext cx="255625" cy="43275"/>
                </a:xfrm>
                <a:custGeom>
                  <a:rect b="b" l="l" r="r" t="t"/>
                  <a:pathLst>
                    <a:path extrusionOk="0" h="1731" w="10225">
                      <a:moveTo>
                        <a:pt x="406" y="0"/>
                      </a:moveTo>
                      <a:cubicBezTo>
                        <a:pt x="141" y="0"/>
                        <a:pt x="0" y="313"/>
                        <a:pt x="179" y="509"/>
                      </a:cubicBezTo>
                      <a:lnTo>
                        <a:pt x="1187" y="1627"/>
                      </a:lnTo>
                      <a:cubicBezTo>
                        <a:pt x="1242" y="1693"/>
                        <a:pt x="1325" y="1730"/>
                        <a:pt x="1414" y="1730"/>
                      </a:cubicBezTo>
                      <a:lnTo>
                        <a:pt x="8876" y="1730"/>
                      </a:lnTo>
                      <a:cubicBezTo>
                        <a:pt x="8969" y="1730"/>
                        <a:pt x="9051" y="1689"/>
                        <a:pt x="9110" y="1620"/>
                      </a:cubicBezTo>
                      <a:lnTo>
                        <a:pt x="10056" y="502"/>
                      </a:lnTo>
                      <a:cubicBezTo>
                        <a:pt x="10225" y="303"/>
                        <a:pt x="10083" y="0"/>
                        <a:pt x="982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p:nvPr/>
              </p:nvSpPr>
              <p:spPr>
                <a:xfrm>
                  <a:off x="5810175" y="1279850"/>
                  <a:ext cx="157675" cy="38375"/>
                </a:xfrm>
                <a:custGeom>
                  <a:rect b="b" l="l" r="r" t="t"/>
                  <a:pathLst>
                    <a:path extrusionOk="0" h="1535" w="6307">
                      <a:moveTo>
                        <a:pt x="38" y="0"/>
                      </a:moveTo>
                      <a:cubicBezTo>
                        <a:pt x="17" y="0"/>
                        <a:pt x="1" y="18"/>
                        <a:pt x="1" y="38"/>
                      </a:cubicBezTo>
                      <a:lnTo>
                        <a:pt x="1" y="1493"/>
                      </a:lnTo>
                      <a:cubicBezTo>
                        <a:pt x="1" y="1514"/>
                        <a:pt x="17" y="1535"/>
                        <a:pt x="38" y="1535"/>
                      </a:cubicBezTo>
                      <a:lnTo>
                        <a:pt x="6265" y="1535"/>
                      </a:lnTo>
                      <a:cubicBezTo>
                        <a:pt x="6289" y="1535"/>
                        <a:pt x="6307" y="1514"/>
                        <a:pt x="6307" y="1493"/>
                      </a:cubicBezTo>
                      <a:lnTo>
                        <a:pt x="6307" y="38"/>
                      </a:lnTo>
                      <a:cubicBezTo>
                        <a:pt x="6307" y="18"/>
                        <a:pt x="6289" y="0"/>
                        <a:pt x="6265" y="0"/>
                      </a:cubicBezTo>
                      <a:close/>
                    </a:path>
                  </a:pathLst>
                </a:custGeom>
                <a:solidFill>
                  <a:srgbClr val="F4D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p:nvPr/>
              </p:nvSpPr>
              <p:spPr>
                <a:xfrm>
                  <a:off x="5865125" y="1237625"/>
                  <a:ext cx="47775" cy="34325"/>
                </a:xfrm>
                <a:custGeom>
                  <a:rect b="b" l="l" r="r" t="t"/>
                  <a:pathLst>
                    <a:path extrusionOk="0" h="1373" w="1911">
                      <a:moveTo>
                        <a:pt x="954" y="0"/>
                      </a:moveTo>
                      <a:cubicBezTo>
                        <a:pt x="428" y="0"/>
                        <a:pt x="1" y="306"/>
                        <a:pt x="1" y="685"/>
                      </a:cubicBezTo>
                      <a:cubicBezTo>
                        <a:pt x="1" y="1063"/>
                        <a:pt x="428" y="1372"/>
                        <a:pt x="954" y="1372"/>
                      </a:cubicBezTo>
                      <a:cubicBezTo>
                        <a:pt x="1480" y="1372"/>
                        <a:pt x="1911" y="1063"/>
                        <a:pt x="1911" y="685"/>
                      </a:cubicBezTo>
                      <a:cubicBezTo>
                        <a:pt x="1911" y="306"/>
                        <a:pt x="1480" y="0"/>
                        <a:pt x="954" y="0"/>
                      </a:cubicBezTo>
                      <a:close/>
                    </a:path>
                  </a:pathLst>
                </a:custGeom>
                <a:solidFill>
                  <a:srgbClr val="F0F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0"/>
                <p:cNvSpPr/>
                <p:nvPr/>
              </p:nvSpPr>
              <p:spPr>
                <a:xfrm>
                  <a:off x="5787125" y="1063350"/>
                  <a:ext cx="208500" cy="64800"/>
                </a:xfrm>
                <a:custGeom>
                  <a:rect b="b" l="l" r="r" t="t"/>
                  <a:pathLst>
                    <a:path extrusionOk="0" h="2592" w="8340">
                      <a:moveTo>
                        <a:pt x="2684" y="1"/>
                      </a:moveTo>
                      <a:cubicBezTo>
                        <a:pt x="2151" y="42"/>
                        <a:pt x="1507" y="107"/>
                        <a:pt x="774" y="221"/>
                      </a:cubicBezTo>
                      <a:cubicBezTo>
                        <a:pt x="658" y="239"/>
                        <a:pt x="551" y="304"/>
                        <a:pt x="479" y="396"/>
                      </a:cubicBezTo>
                      <a:cubicBezTo>
                        <a:pt x="355" y="555"/>
                        <a:pt x="159" y="820"/>
                        <a:pt x="1" y="1091"/>
                      </a:cubicBezTo>
                      <a:lnTo>
                        <a:pt x="733" y="1091"/>
                      </a:lnTo>
                      <a:cubicBezTo>
                        <a:pt x="909" y="1091"/>
                        <a:pt x="1060" y="1209"/>
                        <a:pt x="1109" y="1377"/>
                      </a:cubicBezTo>
                      <a:lnTo>
                        <a:pt x="1380" y="2354"/>
                      </a:lnTo>
                      <a:cubicBezTo>
                        <a:pt x="1401" y="2436"/>
                        <a:pt x="1398" y="2519"/>
                        <a:pt x="1370" y="2592"/>
                      </a:cubicBezTo>
                      <a:lnTo>
                        <a:pt x="2942" y="2592"/>
                      </a:lnTo>
                      <a:lnTo>
                        <a:pt x="4486" y="720"/>
                      </a:lnTo>
                      <a:lnTo>
                        <a:pt x="2719" y="720"/>
                      </a:lnTo>
                      <a:cubicBezTo>
                        <a:pt x="2698" y="720"/>
                        <a:pt x="2684" y="706"/>
                        <a:pt x="2684" y="689"/>
                      </a:cubicBezTo>
                      <a:lnTo>
                        <a:pt x="2684" y="1"/>
                      </a:lnTo>
                      <a:close/>
                      <a:moveTo>
                        <a:pt x="5680" y="1"/>
                      </a:moveTo>
                      <a:lnTo>
                        <a:pt x="5680" y="689"/>
                      </a:lnTo>
                      <a:cubicBezTo>
                        <a:pt x="5680" y="706"/>
                        <a:pt x="5663" y="720"/>
                        <a:pt x="5646" y="720"/>
                      </a:cubicBezTo>
                      <a:lnTo>
                        <a:pt x="4979" y="720"/>
                      </a:lnTo>
                      <a:lnTo>
                        <a:pt x="3430" y="2592"/>
                      </a:lnTo>
                      <a:lnTo>
                        <a:pt x="4294" y="2592"/>
                      </a:lnTo>
                      <a:lnTo>
                        <a:pt x="6379" y="66"/>
                      </a:lnTo>
                      <a:cubicBezTo>
                        <a:pt x="6128" y="39"/>
                        <a:pt x="5893" y="18"/>
                        <a:pt x="5680" y="1"/>
                      </a:cubicBezTo>
                      <a:close/>
                      <a:moveTo>
                        <a:pt x="6830" y="118"/>
                      </a:moveTo>
                      <a:lnTo>
                        <a:pt x="4779" y="2592"/>
                      </a:lnTo>
                      <a:lnTo>
                        <a:pt x="7187" y="2592"/>
                      </a:lnTo>
                      <a:cubicBezTo>
                        <a:pt x="7160" y="2516"/>
                        <a:pt x="7157" y="2433"/>
                        <a:pt x="7181" y="2347"/>
                      </a:cubicBezTo>
                      <a:lnTo>
                        <a:pt x="7466" y="1374"/>
                      </a:lnTo>
                      <a:cubicBezTo>
                        <a:pt x="7514" y="1205"/>
                        <a:pt x="7665" y="1091"/>
                        <a:pt x="7838" y="1091"/>
                      </a:cubicBezTo>
                      <a:lnTo>
                        <a:pt x="8340" y="1091"/>
                      </a:lnTo>
                      <a:cubicBezTo>
                        <a:pt x="8185" y="820"/>
                        <a:pt x="7986" y="555"/>
                        <a:pt x="7862" y="396"/>
                      </a:cubicBezTo>
                      <a:cubicBezTo>
                        <a:pt x="7789" y="304"/>
                        <a:pt x="7683" y="239"/>
                        <a:pt x="7565" y="221"/>
                      </a:cubicBezTo>
                      <a:cubicBezTo>
                        <a:pt x="7308" y="183"/>
                        <a:pt x="7063" y="149"/>
                        <a:pt x="6830" y="118"/>
                      </a:cubicBezTo>
                      <a:close/>
                    </a:path>
                  </a:pathLst>
                </a:custGeom>
                <a:solidFill>
                  <a:srgbClr val="9EA5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0"/>
                <p:cNvSpPr/>
                <p:nvPr/>
              </p:nvSpPr>
              <p:spPr>
                <a:xfrm>
                  <a:off x="5685625" y="1036800"/>
                  <a:ext cx="387775" cy="116450"/>
                </a:xfrm>
                <a:custGeom>
                  <a:rect b="b" l="l" r="r" t="t"/>
                  <a:pathLst>
                    <a:path extrusionOk="0" h="4658" w="15511">
                      <a:moveTo>
                        <a:pt x="10456" y="75"/>
                      </a:moveTo>
                      <a:lnTo>
                        <a:pt x="9685" y="1004"/>
                      </a:lnTo>
                      <a:lnTo>
                        <a:pt x="9706" y="1004"/>
                      </a:lnTo>
                      <a:cubicBezTo>
                        <a:pt x="9723" y="1004"/>
                        <a:pt x="9740" y="1018"/>
                        <a:pt x="9740" y="1039"/>
                      </a:cubicBezTo>
                      <a:lnTo>
                        <a:pt x="9740" y="1063"/>
                      </a:lnTo>
                      <a:cubicBezTo>
                        <a:pt x="9953" y="1080"/>
                        <a:pt x="10188" y="1101"/>
                        <a:pt x="10439" y="1128"/>
                      </a:cubicBezTo>
                      <a:lnTo>
                        <a:pt x="11258" y="137"/>
                      </a:lnTo>
                      <a:cubicBezTo>
                        <a:pt x="10976" y="113"/>
                        <a:pt x="10707" y="93"/>
                        <a:pt x="10456" y="75"/>
                      </a:cubicBezTo>
                      <a:close/>
                      <a:moveTo>
                        <a:pt x="8054" y="0"/>
                      </a:moveTo>
                      <a:cubicBezTo>
                        <a:pt x="7398" y="0"/>
                        <a:pt x="5987" y="31"/>
                        <a:pt x="4070" y="251"/>
                      </a:cubicBezTo>
                      <a:lnTo>
                        <a:pt x="438" y="4630"/>
                      </a:lnTo>
                      <a:cubicBezTo>
                        <a:pt x="280" y="4596"/>
                        <a:pt x="169" y="4534"/>
                        <a:pt x="101" y="4451"/>
                      </a:cubicBezTo>
                      <a:lnTo>
                        <a:pt x="3517" y="316"/>
                      </a:lnTo>
                      <a:lnTo>
                        <a:pt x="3517" y="316"/>
                      </a:lnTo>
                      <a:cubicBezTo>
                        <a:pt x="3118" y="368"/>
                        <a:pt x="2698" y="423"/>
                        <a:pt x="2265" y="492"/>
                      </a:cubicBezTo>
                      <a:cubicBezTo>
                        <a:pt x="2055" y="523"/>
                        <a:pt x="1869" y="633"/>
                        <a:pt x="1738" y="798"/>
                      </a:cubicBezTo>
                      <a:cubicBezTo>
                        <a:pt x="1466" y="1145"/>
                        <a:pt x="988" y="1793"/>
                        <a:pt x="706" y="2391"/>
                      </a:cubicBezTo>
                      <a:cubicBezTo>
                        <a:pt x="455" y="2928"/>
                        <a:pt x="1" y="3650"/>
                        <a:pt x="1" y="4135"/>
                      </a:cubicBezTo>
                      <a:cubicBezTo>
                        <a:pt x="1" y="4445"/>
                        <a:pt x="187" y="4658"/>
                        <a:pt x="731" y="4658"/>
                      </a:cubicBezTo>
                      <a:lnTo>
                        <a:pt x="2578" y="4658"/>
                      </a:lnTo>
                      <a:lnTo>
                        <a:pt x="2763" y="4276"/>
                      </a:lnTo>
                      <a:cubicBezTo>
                        <a:pt x="2781" y="4235"/>
                        <a:pt x="2822" y="4211"/>
                        <a:pt x="2867" y="4211"/>
                      </a:cubicBezTo>
                      <a:lnTo>
                        <a:pt x="5726" y="4211"/>
                      </a:lnTo>
                      <a:cubicBezTo>
                        <a:pt x="5763" y="4211"/>
                        <a:pt x="5801" y="4232"/>
                        <a:pt x="5822" y="4266"/>
                      </a:cubicBezTo>
                      <a:lnTo>
                        <a:pt x="6056" y="4658"/>
                      </a:lnTo>
                      <a:lnTo>
                        <a:pt x="6173" y="4658"/>
                      </a:lnTo>
                      <a:lnTo>
                        <a:pt x="7002" y="3654"/>
                      </a:lnTo>
                      <a:lnTo>
                        <a:pt x="5430" y="3654"/>
                      </a:lnTo>
                      <a:cubicBezTo>
                        <a:pt x="5375" y="3798"/>
                        <a:pt x="5237" y="3908"/>
                        <a:pt x="5065" y="3908"/>
                      </a:cubicBezTo>
                      <a:lnTo>
                        <a:pt x="3610" y="3908"/>
                      </a:lnTo>
                      <a:cubicBezTo>
                        <a:pt x="3352" y="3908"/>
                        <a:pt x="3166" y="3660"/>
                        <a:pt x="3238" y="3409"/>
                      </a:cubicBezTo>
                      <a:lnTo>
                        <a:pt x="3521" y="2436"/>
                      </a:lnTo>
                      <a:cubicBezTo>
                        <a:pt x="3568" y="2267"/>
                        <a:pt x="3724" y="2153"/>
                        <a:pt x="3895" y="2153"/>
                      </a:cubicBezTo>
                      <a:lnTo>
                        <a:pt x="4061" y="2153"/>
                      </a:lnTo>
                      <a:cubicBezTo>
                        <a:pt x="4219" y="1882"/>
                        <a:pt x="4415" y="1617"/>
                        <a:pt x="4539" y="1458"/>
                      </a:cubicBezTo>
                      <a:cubicBezTo>
                        <a:pt x="4611" y="1366"/>
                        <a:pt x="4718" y="1301"/>
                        <a:pt x="4834" y="1283"/>
                      </a:cubicBezTo>
                      <a:cubicBezTo>
                        <a:pt x="5567" y="1169"/>
                        <a:pt x="6211" y="1104"/>
                        <a:pt x="6744" y="1063"/>
                      </a:cubicBezTo>
                      <a:lnTo>
                        <a:pt x="6744" y="1039"/>
                      </a:lnTo>
                      <a:cubicBezTo>
                        <a:pt x="6744" y="1018"/>
                        <a:pt x="6758" y="1004"/>
                        <a:pt x="6779" y="1004"/>
                      </a:cubicBezTo>
                      <a:lnTo>
                        <a:pt x="9190" y="1004"/>
                      </a:lnTo>
                      <a:lnTo>
                        <a:pt x="9981" y="48"/>
                      </a:lnTo>
                      <a:cubicBezTo>
                        <a:pt x="9280" y="10"/>
                        <a:pt x="8743" y="0"/>
                        <a:pt x="8405" y="0"/>
                      </a:cubicBezTo>
                      <a:close/>
                      <a:moveTo>
                        <a:pt x="7490" y="3654"/>
                      </a:moveTo>
                      <a:lnTo>
                        <a:pt x="6658" y="4658"/>
                      </a:lnTo>
                      <a:lnTo>
                        <a:pt x="7525" y="4658"/>
                      </a:lnTo>
                      <a:lnTo>
                        <a:pt x="8354" y="3654"/>
                      </a:lnTo>
                      <a:close/>
                      <a:moveTo>
                        <a:pt x="11722" y="178"/>
                      </a:moveTo>
                      <a:lnTo>
                        <a:pt x="10890" y="1180"/>
                      </a:lnTo>
                      <a:cubicBezTo>
                        <a:pt x="11123" y="1211"/>
                        <a:pt x="11368" y="1245"/>
                        <a:pt x="11625" y="1283"/>
                      </a:cubicBezTo>
                      <a:cubicBezTo>
                        <a:pt x="11743" y="1301"/>
                        <a:pt x="11849" y="1366"/>
                        <a:pt x="11922" y="1458"/>
                      </a:cubicBezTo>
                      <a:cubicBezTo>
                        <a:pt x="12046" y="1617"/>
                        <a:pt x="12245" y="1882"/>
                        <a:pt x="12400" y="2153"/>
                      </a:cubicBezTo>
                      <a:lnTo>
                        <a:pt x="12795" y="2153"/>
                      </a:lnTo>
                      <a:cubicBezTo>
                        <a:pt x="12971" y="2153"/>
                        <a:pt x="13122" y="2271"/>
                        <a:pt x="13170" y="2439"/>
                      </a:cubicBezTo>
                      <a:lnTo>
                        <a:pt x="13442" y="3416"/>
                      </a:lnTo>
                      <a:cubicBezTo>
                        <a:pt x="13511" y="3664"/>
                        <a:pt x="13325" y="3908"/>
                        <a:pt x="13067" y="3908"/>
                      </a:cubicBezTo>
                      <a:lnTo>
                        <a:pt x="11612" y="3908"/>
                      </a:lnTo>
                      <a:cubicBezTo>
                        <a:pt x="11440" y="3908"/>
                        <a:pt x="11303" y="3798"/>
                        <a:pt x="11247" y="3654"/>
                      </a:cubicBezTo>
                      <a:lnTo>
                        <a:pt x="8839" y="3654"/>
                      </a:lnTo>
                      <a:lnTo>
                        <a:pt x="8006" y="4658"/>
                      </a:lnTo>
                      <a:lnTo>
                        <a:pt x="10580" y="4658"/>
                      </a:lnTo>
                      <a:lnTo>
                        <a:pt x="10766" y="4276"/>
                      </a:lnTo>
                      <a:cubicBezTo>
                        <a:pt x="10787" y="4235"/>
                        <a:pt x="10825" y="4211"/>
                        <a:pt x="10869" y="4211"/>
                      </a:cubicBezTo>
                      <a:lnTo>
                        <a:pt x="13632" y="4211"/>
                      </a:lnTo>
                      <a:lnTo>
                        <a:pt x="15510" y="1937"/>
                      </a:lnTo>
                      <a:cubicBezTo>
                        <a:pt x="15245" y="1486"/>
                        <a:pt x="14925" y="1059"/>
                        <a:pt x="14722" y="798"/>
                      </a:cubicBezTo>
                      <a:cubicBezTo>
                        <a:pt x="14591" y="633"/>
                        <a:pt x="14405" y="523"/>
                        <a:pt x="14199" y="492"/>
                      </a:cubicBezTo>
                      <a:cubicBezTo>
                        <a:pt x="13291" y="351"/>
                        <a:pt x="12462" y="251"/>
                        <a:pt x="11722" y="178"/>
                      </a:cubicBezTo>
                      <a:close/>
                    </a:path>
                  </a:pathLst>
                </a:custGeom>
                <a:solidFill>
                  <a:srgbClr val="A178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0"/>
                <p:cNvSpPr/>
                <p:nvPr/>
              </p:nvSpPr>
              <p:spPr>
                <a:xfrm>
                  <a:off x="5853144" y="1061735"/>
                  <a:ext cx="76191" cy="19779"/>
                </a:xfrm>
                <a:custGeom>
                  <a:rect b="b" l="l" r="r" t="t"/>
                  <a:pathLst>
                    <a:path extrusionOk="0" h="778" w="2997">
                      <a:moveTo>
                        <a:pt x="35" y="0"/>
                      </a:moveTo>
                      <a:cubicBezTo>
                        <a:pt x="14" y="0"/>
                        <a:pt x="0" y="14"/>
                        <a:pt x="0" y="35"/>
                      </a:cubicBezTo>
                      <a:lnTo>
                        <a:pt x="0" y="59"/>
                      </a:lnTo>
                      <a:lnTo>
                        <a:pt x="0" y="747"/>
                      </a:lnTo>
                      <a:cubicBezTo>
                        <a:pt x="0" y="764"/>
                        <a:pt x="14" y="778"/>
                        <a:pt x="35" y="778"/>
                      </a:cubicBezTo>
                      <a:lnTo>
                        <a:pt x="1802" y="778"/>
                      </a:lnTo>
                      <a:lnTo>
                        <a:pt x="2446" y="0"/>
                      </a:lnTo>
                      <a:close/>
                      <a:moveTo>
                        <a:pt x="2941" y="0"/>
                      </a:moveTo>
                      <a:lnTo>
                        <a:pt x="2295" y="778"/>
                      </a:lnTo>
                      <a:lnTo>
                        <a:pt x="2962" y="778"/>
                      </a:lnTo>
                      <a:cubicBezTo>
                        <a:pt x="2979" y="778"/>
                        <a:pt x="2996" y="764"/>
                        <a:pt x="2996" y="747"/>
                      </a:cubicBezTo>
                      <a:lnTo>
                        <a:pt x="2996" y="59"/>
                      </a:lnTo>
                      <a:lnTo>
                        <a:pt x="2996" y="35"/>
                      </a:lnTo>
                      <a:cubicBezTo>
                        <a:pt x="2996" y="14"/>
                        <a:pt x="2979" y="0"/>
                        <a:pt x="2962" y="0"/>
                      </a:cubicBezTo>
                      <a:close/>
                    </a:path>
                  </a:pathLst>
                </a:custGeom>
                <a:solidFill>
                  <a:srgbClr val="7C7C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0"/>
                <p:cNvSpPr/>
                <p:nvPr/>
              </p:nvSpPr>
              <p:spPr>
                <a:xfrm>
                  <a:off x="5764150" y="1090148"/>
                  <a:ext cx="58626" cy="44831"/>
                </a:xfrm>
                <a:custGeom>
                  <a:rect b="b" l="l" r="r" t="t"/>
                  <a:pathLst>
                    <a:path extrusionOk="0" h="1755" w="2295">
                      <a:moveTo>
                        <a:pt x="729" y="0"/>
                      </a:moveTo>
                      <a:cubicBezTo>
                        <a:pt x="558" y="0"/>
                        <a:pt x="402" y="114"/>
                        <a:pt x="355" y="283"/>
                      </a:cubicBezTo>
                      <a:lnTo>
                        <a:pt x="72" y="1256"/>
                      </a:lnTo>
                      <a:cubicBezTo>
                        <a:pt x="0" y="1507"/>
                        <a:pt x="186" y="1755"/>
                        <a:pt x="444" y="1755"/>
                      </a:cubicBezTo>
                      <a:lnTo>
                        <a:pt x="1899" y="1755"/>
                      </a:lnTo>
                      <a:cubicBezTo>
                        <a:pt x="2071" y="1755"/>
                        <a:pt x="2209" y="1645"/>
                        <a:pt x="2264" y="1501"/>
                      </a:cubicBezTo>
                      <a:cubicBezTo>
                        <a:pt x="2292" y="1428"/>
                        <a:pt x="2295" y="1345"/>
                        <a:pt x="2274" y="1263"/>
                      </a:cubicBezTo>
                      <a:lnTo>
                        <a:pt x="2003" y="286"/>
                      </a:lnTo>
                      <a:cubicBezTo>
                        <a:pt x="1954" y="118"/>
                        <a:pt x="1803" y="0"/>
                        <a:pt x="1627" y="0"/>
                      </a:cubicBezTo>
                      <a:close/>
                    </a:path>
                  </a:pathLst>
                </a:custGeom>
                <a:solidFill>
                  <a:srgbClr val="7C7C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0"/>
                <p:cNvSpPr/>
                <p:nvPr/>
              </p:nvSpPr>
              <p:spPr>
                <a:xfrm>
                  <a:off x="5748933" y="1141381"/>
                  <a:ext cx="89236" cy="11869"/>
                </a:xfrm>
                <a:custGeom>
                  <a:rect b="b" l="l" r="r" t="t"/>
                  <a:pathLst>
                    <a:path extrusionOk="0" h="447" w="3480">
                      <a:moveTo>
                        <a:pt x="290" y="0"/>
                      </a:moveTo>
                      <a:cubicBezTo>
                        <a:pt x="245" y="0"/>
                        <a:pt x="204" y="24"/>
                        <a:pt x="186" y="65"/>
                      </a:cubicBezTo>
                      <a:lnTo>
                        <a:pt x="1" y="447"/>
                      </a:lnTo>
                      <a:lnTo>
                        <a:pt x="3479" y="447"/>
                      </a:lnTo>
                      <a:lnTo>
                        <a:pt x="3245" y="55"/>
                      </a:lnTo>
                      <a:cubicBezTo>
                        <a:pt x="3224" y="21"/>
                        <a:pt x="3186" y="0"/>
                        <a:pt x="3149" y="0"/>
                      </a:cubicBezTo>
                      <a:close/>
                    </a:path>
                  </a:pathLst>
                </a:custGeom>
                <a:solidFill>
                  <a:srgbClr val="7C7C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0"/>
                <p:cNvSpPr/>
                <p:nvPr/>
              </p:nvSpPr>
              <p:spPr>
                <a:xfrm>
                  <a:off x="5965413" y="1089800"/>
                  <a:ext cx="58623" cy="45525"/>
                </a:xfrm>
                <a:custGeom>
                  <a:rect b="b" l="l" r="r" t="t"/>
                  <a:pathLst>
                    <a:path extrusionOk="0" h="1755" w="2296">
                      <a:moveTo>
                        <a:pt x="682" y="0"/>
                      </a:moveTo>
                      <a:cubicBezTo>
                        <a:pt x="509" y="0"/>
                        <a:pt x="358" y="114"/>
                        <a:pt x="310" y="283"/>
                      </a:cubicBezTo>
                      <a:lnTo>
                        <a:pt x="25" y="1256"/>
                      </a:lnTo>
                      <a:cubicBezTo>
                        <a:pt x="1" y="1342"/>
                        <a:pt x="4" y="1425"/>
                        <a:pt x="31" y="1501"/>
                      </a:cubicBezTo>
                      <a:cubicBezTo>
                        <a:pt x="87" y="1645"/>
                        <a:pt x="224" y="1755"/>
                        <a:pt x="396" y="1755"/>
                      </a:cubicBezTo>
                      <a:lnTo>
                        <a:pt x="1851" y="1755"/>
                      </a:lnTo>
                      <a:cubicBezTo>
                        <a:pt x="2109" y="1755"/>
                        <a:pt x="2295" y="1511"/>
                        <a:pt x="2226" y="1263"/>
                      </a:cubicBezTo>
                      <a:lnTo>
                        <a:pt x="1954" y="286"/>
                      </a:lnTo>
                      <a:cubicBezTo>
                        <a:pt x="1906" y="118"/>
                        <a:pt x="1755" y="0"/>
                        <a:pt x="1579" y="0"/>
                      </a:cubicBezTo>
                      <a:close/>
                    </a:path>
                  </a:pathLst>
                </a:custGeom>
                <a:solidFill>
                  <a:srgbClr val="7C7C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0"/>
                <p:cNvSpPr/>
                <p:nvPr/>
              </p:nvSpPr>
              <p:spPr>
                <a:xfrm>
                  <a:off x="6033800" y="1094150"/>
                  <a:ext cx="63325" cy="59100"/>
                </a:xfrm>
                <a:custGeom>
                  <a:rect b="b" l="l" r="r" t="t"/>
                  <a:pathLst>
                    <a:path extrusionOk="0" h="2364" w="2533">
                      <a:moveTo>
                        <a:pt x="1779" y="1"/>
                      </a:moveTo>
                      <a:lnTo>
                        <a:pt x="0" y="2144"/>
                      </a:lnTo>
                      <a:lnTo>
                        <a:pt x="131" y="2364"/>
                      </a:lnTo>
                      <a:lnTo>
                        <a:pt x="1803" y="2364"/>
                      </a:lnTo>
                      <a:cubicBezTo>
                        <a:pt x="2347" y="2364"/>
                        <a:pt x="2533" y="2151"/>
                        <a:pt x="2533" y="1841"/>
                      </a:cubicBezTo>
                      <a:cubicBezTo>
                        <a:pt x="2533" y="1356"/>
                        <a:pt x="2082" y="634"/>
                        <a:pt x="1827" y="97"/>
                      </a:cubicBezTo>
                      <a:cubicBezTo>
                        <a:pt x="1814" y="66"/>
                        <a:pt x="1796" y="31"/>
                        <a:pt x="1779" y="1"/>
                      </a:cubicBezTo>
                      <a:close/>
                    </a:path>
                  </a:pathLst>
                </a:custGeom>
                <a:solidFill>
                  <a:srgbClr val="A178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0"/>
                <p:cNvSpPr/>
                <p:nvPr/>
              </p:nvSpPr>
              <p:spPr>
                <a:xfrm>
                  <a:off x="5947920" y="1141929"/>
                  <a:ext cx="89237" cy="11468"/>
                </a:xfrm>
                <a:custGeom>
                  <a:rect b="b" l="l" r="r" t="t"/>
                  <a:pathLst>
                    <a:path extrusionOk="0" h="447" w="3478">
                      <a:moveTo>
                        <a:pt x="289" y="0"/>
                      </a:moveTo>
                      <a:cubicBezTo>
                        <a:pt x="245" y="0"/>
                        <a:pt x="207" y="24"/>
                        <a:pt x="186" y="65"/>
                      </a:cubicBezTo>
                      <a:lnTo>
                        <a:pt x="0" y="447"/>
                      </a:lnTo>
                      <a:lnTo>
                        <a:pt x="2684" y="447"/>
                      </a:lnTo>
                      <a:lnTo>
                        <a:pt x="3052" y="0"/>
                      </a:lnTo>
                      <a:close/>
                      <a:moveTo>
                        <a:pt x="3347" y="227"/>
                      </a:moveTo>
                      <a:lnTo>
                        <a:pt x="3168" y="447"/>
                      </a:lnTo>
                      <a:lnTo>
                        <a:pt x="3478" y="447"/>
                      </a:lnTo>
                      <a:lnTo>
                        <a:pt x="3347" y="227"/>
                      </a:lnTo>
                      <a:close/>
                    </a:path>
                  </a:pathLst>
                </a:custGeom>
                <a:solidFill>
                  <a:srgbClr val="7C7C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0"/>
                <p:cNvSpPr/>
                <p:nvPr/>
              </p:nvSpPr>
              <p:spPr>
                <a:xfrm>
                  <a:off x="5860650" y="1081325"/>
                  <a:ext cx="50950" cy="46825"/>
                </a:xfrm>
                <a:custGeom>
                  <a:rect b="b" l="l" r="r" t="t"/>
                  <a:pathLst>
                    <a:path extrusionOk="0" h="1873" w="2038">
                      <a:moveTo>
                        <a:pt x="1545" y="1"/>
                      </a:moveTo>
                      <a:lnTo>
                        <a:pt x="1" y="1873"/>
                      </a:lnTo>
                      <a:lnTo>
                        <a:pt x="489" y="1873"/>
                      </a:lnTo>
                      <a:lnTo>
                        <a:pt x="2038" y="1"/>
                      </a:lnTo>
                      <a:close/>
                    </a:path>
                  </a:pathLst>
                </a:custGeom>
                <a:solidFill>
                  <a:srgbClr val="D5D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0"/>
                <p:cNvSpPr/>
                <p:nvPr/>
              </p:nvSpPr>
              <p:spPr>
                <a:xfrm>
                  <a:off x="5839925" y="1037975"/>
                  <a:ext cx="107125" cy="115275"/>
                </a:xfrm>
                <a:custGeom>
                  <a:rect b="b" l="l" r="r" t="t"/>
                  <a:pathLst>
                    <a:path extrusionOk="0" h="4611" w="4285">
                      <a:moveTo>
                        <a:pt x="3809" y="1"/>
                      </a:moveTo>
                      <a:lnTo>
                        <a:pt x="3018" y="957"/>
                      </a:lnTo>
                      <a:lnTo>
                        <a:pt x="3513" y="957"/>
                      </a:lnTo>
                      <a:lnTo>
                        <a:pt x="4284" y="28"/>
                      </a:lnTo>
                      <a:cubicBezTo>
                        <a:pt x="4119" y="18"/>
                        <a:pt x="3961" y="8"/>
                        <a:pt x="3809" y="1"/>
                      </a:cubicBezTo>
                      <a:close/>
                      <a:moveTo>
                        <a:pt x="830" y="3607"/>
                      </a:moveTo>
                      <a:lnTo>
                        <a:pt x="1" y="4611"/>
                      </a:lnTo>
                      <a:lnTo>
                        <a:pt x="486" y="4611"/>
                      </a:lnTo>
                      <a:lnTo>
                        <a:pt x="1318" y="3607"/>
                      </a:lnTo>
                      <a:close/>
                    </a:path>
                  </a:pathLst>
                </a:custGeom>
                <a:solidFill>
                  <a:srgbClr val="D3AD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0"/>
                <p:cNvSpPr/>
                <p:nvPr/>
              </p:nvSpPr>
              <p:spPr>
                <a:xfrm>
                  <a:off x="5898263" y="1061735"/>
                  <a:ext cx="30364" cy="19779"/>
                </a:xfrm>
                <a:custGeom>
                  <a:rect b="b" l="l" r="r" t="t"/>
                  <a:pathLst>
                    <a:path extrusionOk="0" h="778" w="1140">
                      <a:moveTo>
                        <a:pt x="644" y="0"/>
                      </a:moveTo>
                      <a:lnTo>
                        <a:pt x="0" y="778"/>
                      </a:lnTo>
                      <a:lnTo>
                        <a:pt x="493" y="778"/>
                      </a:lnTo>
                      <a:lnTo>
                        <a:pt x="1139" y="0"/>
                      </a:lnTo>
                      <a:close/>
                    </a:path>
                  </a:pathLst>
                </a:custGeom>
                <a:solidFill>
                  <a:srgbClr val="9D9D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0"/>
                <p:cNvSpPr/>
                <p:nvPr/>
              </p:nvSpPr>
              <p:spPr>
                <a:xfrm>
                  <a:off x="5688125" y="1043075"/>
                  <a:ext cx="99275" cy="109500"/>
                </a:xfrm>
                <a:custGeom>
                  <a:rect b="b" l="l" r="r" t="t"/>
                  <a:pathLst>
                    <a:path extrusionOk="0" h="4380" w="3971">
                      <a:moveTo>
                        <a:pt x="3970" y="0"/>
                      </a:moveTo>
                      <a:cubicBezTo>
                        <a:pt x="3789" y="21"/>
                        <a:pt x="3603" y="41"/>
                        <a:pt x="3417" y="65"/>
                      </a:cubicBezTo>
                      <a:lnTo>
                        <a:pt x="1" y="4200"/>
                      </a:lnTo>
                      <a:cubicBezTo>
                        <a:pt x="69" y="4283"/>
                        <a:pt x="180" y="4345"/>
                        <a:pt x="338" y="4379"/>
                      </a:cubicBezTo>
                      <a:lnTo>
                        <a:pt x="3970" y="0"/>
                      </a:lnTo>
                      <a:close/>
                    </a:path>
                  </a:pathLst>
                </a:custGeom>
                <a:solidFill>
                  <a:srgbClr val="D3AD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
                <p:cNvSpPr/>
                <p:nvPr/>
              </p:nvSpPr>
              <p:spPr>
                <a:xfrm>
                  <a:off x="6026400" y="1085225"/>
                  <a:ext cx="51875" cy="62550"/>
                </a:xfrm>
                <a:custGeom>
                  <a:rect b="b" l="l" r="r" t="t"/>
                  <a:pathLst>
                    <a:path extrusionOk="0" h="2502" w="2075">
                      <a:moveTo>
                        <a:pt x="1879" y="0"/>
                      </a:moveTo>
                      <a:lnTo>
                        <a:pt x="1" y="2274"/>
                      </a:lnTo>
                      <a:lnTo>
                        <a:pt x="97" y="2274"/>
                      </a:lnTo>
                      <a:cubicBezTo>
                        <a:pt x="135" y="2274"/>
                        <a:pt x="173" y="2295"/>
                        <a:pt x="193" y="2329"/>
                      </a:cubicBezTo>
                      <a:lnTo>
                        <a:pt x="296" y="2501"/>
                      </a:lnTo>
                      <a:lnTo>
                        <a:pt x="2075" y="358"/>
                      </a:lnTo>
                      <a:cubicBezTo>
                        <a:pt x="2016" y="237"/>
                        <a:pt x="1951" y="117"/>
                        <a:pt x="1879" y="0"/>
                      </a:cubicBezTo>
                      <a:close/>
                    </a:path>
                  </a:pathLst>
                </a:custGeom>
                <a:solidFill>
                  <a:srgbClr val="D3AD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0"/>
                <p:cNvSpPr/>
                <p:nvPr/>
              </p:nvSpPr>
              <p:spPr>
                <a:xfrm>
                  <a:off x="6015828" y="1141929"/>
                  <a:ext cx="18500" cy="11469"/>
                </a:xfrm>
                <a:custGeom>
                  <a:rect b="b" l="l" r="r" t="t"/>
                  <a:pathLst>
                    <a:path extrusionOk="0" h="447" w="665">
                      <a:moveTo>
                        <a:pt x="369" y="0"/>
                      </a:moveTo>
                      <a:lnTo>
                        <a:pt x="1" y="447"/>
                      </a:lnTo>
                      <a:lnTo>
                        <a:pt x="485" y="447"/>
                      </a:lnTo>
                      <a:lnTo>
                        <a:pt x="664" y="227"/>
                      </a:lnTo>
                      <a:lnTo>
                        <a:pt x="561" y="55"/>
                      </a:lnTo>
                      <a:cubicBezTo>
                        <a:pt x="541" y="21"/>
                        <a:pt x="503" y="0"/>
                        <a:pt x="465" y="0"/>
                      </a:cubicBezTo>
                      <a:close/>
                    </a:path>
                  </a:pathLst>
                </a:custGeom>
                <a:solidFill>
                  <a:srgbClr val="9D9D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0"/>
                <p:cNvSpPr/>
                <p:nvPr/>
              </p:nvSpPr>
              <p:spPr>
                <a:xfrm>
                  <a:off x="5894475" y="1064975"/>
                  <a:ext cx="63400" cy="63175"/>
                </a:xfrm>
                <a:custGeom>
                  <a:rect b="b" l="l" r="r" t="t"/>
                  <a:pathLst>
                    <a:path extrusionOk="0" h="2527" w="2536">
                      <a:moveTo>
                        <a:pt x="2085" y="1"/>
                      </a:moveTo>
                      <a:lnTo>
                        <a:pt x="0" y="2527"/>
                      </a:lnTo>
                      <a:lnTo>
                        <a:pt x="485" y="2527"/>
                      </a:lnTo>
                      <a:lnTo>
                        <a:pt x="2536" y="53"/>
                      </a:lnTo>
                      <a:cubicBezTo>
                        <a:pt x="2381" y="36"/>
                        <a:pt x="2229" y="18"/>
                        <a:pt x="2085" y="1"/>
                      </a:cubicBezTo>
                      <a:close/>
                    </a:path>
                  </a:pathLst>
                </a:custGeom>
                <a:solidFill>
                  <a:srgbClr val="D5D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0"/>
                <p:cNvSpPr/>
                <p:nvPr/>
              </p:nvSpPr>
              <p:spPr>
                <a:xfrm>
                  <a:off x="5873750" y="1040225"/>
                  <a:ext cx="104950" cy="113025"/>
                </a:xfrm>
                <a:custGeom>
                  <a:rect b="b" l="l" r="r" t="t"/>
                  <a:pathLst>
                    <a:path extrusionOk="0" h="4521" w="4198">
                      <a:moveTo>
                        <a:pt x="3733" y="0"/>
                      </a:moveTo>
                      <a:lnTo>
                        <a:pt x="2914" y="991"/>
                      </a:lnTo>
                      <a:cubicBezTo>
                        <a:pt x="3058" y="1008"/>
                        <a:pt x="3210" y="1026"/>
                        <a:pt x="3365" y="1043"/>
                      </a:cubicBezTo>
                      <a:lnTo>
                        <a:pt x="4197" y="41"/>
                      </a:lnTo>
                      <a:cubicBezTo>
                        <a:pt x="4035" y="28"/>
                        <a:pt x="3881" y="11"/>
                        <a:pt x="3733" y="0"/>
                      </a:cubicBezTo>
                      <a:close/>
                      <a:moveTo>
                        <a:pt x="829" y="3517"/>
                      </a:moveTo>
                      <a:lnTo>
                        <a:pt x="0" y="4521"/>
                      </a:lnTo>
                      <a:lnTo>
                        <a:pt x="481" y="4521"/>
                      </a:lnTo>
                      <a:lnTo>
                        <a:pt x="1314" y="3517"/>
                      </a:lnTo>
                      <a:close/>
                    </a:path>
                  </a:pathLst>
                </a:custGeom>
                <a:solidFill>
                  <a:srgbClr val="D3AD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0"/>
                <p:cNvSpPr/>
                <p:nvPr/>
              </p:nvSpPr>
              <p:spPr>
                <a:xfrm>
                  <a:off x="5630250" y="1286850"/>
                  <a:ext cx="151650" cy="88000"/>
                </a:xfrm>
                <a:custGeom>
                  <a:rect b="b" l="l" r="r" t="t"/>
                  <a:pathLst>
                    <a:path extrusionOk="0" h="3520" w="6066">
                      <a:moveTo>
                        <a:pt x="409" y="1"/>
                      </a:moveTo>
                      <a:cubicBezTo>
                        <a:pt x="200" y="1"/>
                        <a:pt x="0" y="164"/>
                        <a:pt x="0" y="411"/>
                      </a:cubicBezTo>
                      <a:cubicBezTo>
                        <a:pt x="0" y="1454"/>
                        <a:pt x="110" y="2985"/>
                        <a:pt x="740" y="2985"/>
                      </a:cubicBezTo>
                      <a:cubicBezTo>
                        <a:pt x="740" y="2985"/>
                        <a:pt x="3737" y="3412"/>
                        <a:pt x="4308" y="3508"/>
                      </a:cubicBezTo>
                      <a:cubicBezTo>
                        <a:pt x="4358" y="3516"/>
                        <a:pt x="4411" y="3520"/>
                        <a:pt x="4467" y="3520"/>
                      </a:cubicBezTo>
                      <a:cubicBezTo>
                        <a:pt x="5046" y="3520"/>
                        <a:pt x="5885" y="3105"/>
                        <a:pt x="5973" y="2889"/>
                      </a:cubicBezTo>
                      <a:cubicBezTo>
                        <a:pt x="6066" y="2652"/>
                        <a:pt x="4590" y="2342"/>
                        <a:pt x="4590" y="2342"/>
                      </a:cubicBezTo>
                      <a:lnTo>
                        <a:pt x="692" y="119"/>
                      </a:lnTo>
                      <a:cubicBezTo>
                        <a:pt x="609" y="38"/>
                        <a:pt x="508" y="1"/>
                        <a:pt x="409" y="1"/>
                      </a:cubicBezTo>
                      <a:close/>
                    </a:path>
                  </a:pathLst>
                </a:custGeom>
                <a:solidFill>
                  <a:srgbClr val="B2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0"/>
                <p:cNvSpPr/>
                <p:nvPr/>
              </p:nvSpPr>
              <p:spPr>
                <a:xfrm>
                  <a:off x="5656575" y="1295575"/>
                  <a:ext cx="81625" cy="52850"/>
                </a:xfrm>
                <a:custGeom>
                  <a:rect b="b" l="l" r="r" t="t"/>
                  <a:pathLst>
                    <a:path extrusionOk="0" h="2114" w="3265">
                      <a:moveTo>
                        <a:pt x="0" y="1"/>
                      </a:moveTo>
                      <a:lnTo>
                        <a:pt x="334" y="1201"/>
                      </a:lnTo>
                      <a:cubicBezTo>
                        <a:pt x="396" y="1432"/>
                        <a:pt x="588" y="1607"/>
                        <a:pt x="823" y="1652"/>
                      </a:cubicBezTo>
                      <a:lnTo>
                        <a:pt x="3265" y="2113"/>
                      </a:lnTo>
                      <a:lnTo>
                        <a:pt x="2598" y="1291"/>
                      </a:lnTo>
                      <a:cubicBezTo>
                        <a:pt x="2202" y="809"/>
                        <a:pt x="1679" y="469"/>
                        <a:pt x="1080" y="300"/>
                      </a:cubicBezTo>
                      <a:lnTo>
                        <a:pt x="0" y="1"/>
                      </a:lnTo>
                      <a:close/>
                    </a:path>
                  </a:pathLst>
                </a:custGeom>
                <a:solidFill>
                  <a:srgbClr val="F0F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0"/>
                <p:cNvSpPr/>
                <p:nvPr/>
              </p:nvSpPr>
              <p:spPr>
                <a:xfrm>
                  <a:off x="5669975" y="1306600"/>
                  <a:ext cx="26425" cy="26500"/>
                </a:xfrm>
                <a:custGeom>
                  <a:rect b="b" l="l" r="r" t="t"/>
                  <a:pathLst>
                    <a:path extrusionOk="0" h="1060" w="1057">
                      <a:moveTo>
                        <a:pt x="531" y="0"/>
                      </a:moveTo>
                      <a:cubicBezTo>
                        <a:pt x="238" y="0"/>
                        <a:pt x="1" y="237"/>
                        <a:pt x="1" y="530"/>
                      </a:cubicBezTo>
                      <a:cubicBezTo>
                        <a:pt x="1" y="822"/>
                        <a:pt x="238" y="1060"/>
                        <a:pt x="531" y="1060"/>
                      </a:cubicBezTo>
                      <a:cubicBezTo>
                        <a:pt x="823" y="1060"/>
                        <a:pt x="1057" y="822"/>
                        <a:pt x="1057" y="530"/>
                      </a:cubicBezTo>
                      <a:cubicBezTo>
                        <a:pt x="1057" y="237"/>
                        <a:pt x="823" y="0"/>
                        <a:pt x="5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0"/>
                <p:cNvSpPr/>
                <p:nvPr/>
              </p:nvSpPr>
              <p:spPr>
                <a:xfrm>
                  <a:off x="5698975" y="1320350"/>
                  <a:ext cx="18500" cy="18525"/>
                </a:xfrm>
                <a:custGeom>
                  <a:rect b="b" l="l" r="r" t="t"/>
                  <a:pathLst>
                    <a:path extrusionOk="0" h="741" w="740">
                      <a:moveTo>
                        <a:pt x="368" y="0"/>
                      </a:moveTo>
                      <a:cubicBezTo>
                        <a:pt x="165" y="0"/>
                        <a:pt x="0" y="169"/>
                        <a:pt x="0" y="372"/>
                      </a:cubicBezTo>
                      <a:cubicBezTo>
                        <a:pt x="0" y="575"/>
                        <a:pt x="165" y="740"/>
                        <a:pt x="368" y="740"/>
                      </a:cubicBezTo>
                      <a:cubicBezTo>
                        <a:pt x="571" y="740"/>
                        <a:pt x="740" y="575"/>
                        <a:pt x="740" y="372"/>
                      </a:cubicBezTo>
                      <a:cubicBezTo>
                        <a:pt x="740" y="169"/>
                        <a:pt x="571" y="0"/>
                        <a:pt x="3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0"/>
                <p:cNvSpPr/>
                <p:nvPr/>
              </p:nvSpPr>
              <p:spPr>
                <a:xfrm>
                  <a:off x="5709050" y="1243975"/>
                  <a:ext cx="32175" cy="34000"/>
                </a:xfrm>
                <a:custGeom>
                  <a:rect b="b" l="l" r="r" t="t"/>
                  <a:pathLst>
                    <a:path extrusionOk="0" h="1360" w="1287">
                      <a:moveTo>
                        <a:pt x="1286" y="0"/>
                      </a:moveTo>
                      <a:lnTo>
                        <a:pt x="1286" y="0"/>
                      </a:lnTo>
                      <a:cubicBezTo>
                        <a:pt x="1286" y="1"/>
                        <a:pt x="788" y="537"/>
                        <a:pt x="0" y="610"/>
                      </a:cubicBezTo>
                      <a:lnTo>
                        <a:pt x="1107" y="1359"/>
                      </a:lnTo>
                      <a:lnTo>
                        <a:pt x="1286" y="0"/>
                      </a:lnTo>
                      <a:close/>
                    </a:path>
                  </a:pathLst>
                </a:custGeom>
                <a:solidFill>
                  <a:srgbClr val="B2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0"/>
                <p:cNvSpPr/>
                <p:nvPr/>
              </p:nvSpPr>
              <p:spPr>
                <a:xfrm>
                  <a:off x="5640725" y="1186600"/>
                  <a:ext cx="97225" cy="63625"/>
                </a:xfrm>
                <a:custGeom>
                  <a:rect b="b" l="l" r="r" t="t"/>
                  <a:pathLst>
                    <a:path extrusionOk="0" h="2545" w="3889">
                      <a:moveTo>
                        <a:pt x="751" y="0"/>
                      </a:moveTo>
                      <a:cubicBezTo>
                        <a:pt x="647" y="0"/>
                        <a:pt x="542" y="8"/>
                        <a:pt x="438" y="25"/>
                      </a:cubicBezTo>
                      <a:cubicBezTo>
                        <a:pt x="183" y="66"/>
                        <a:pt x="1" y="296"/>
                        <a:pt x="18" y="555"/>
                      </a:cubicBezTo>
                      <a:lnTo>
                        <a:pt x="104" y="1721"/>
                      </a:lnTo>
                      <a:cubicBezTo>
                        <a:pt x="118" y="1941"/>
                        <a:pt x="280" y="2127"/>
                        <a:pt x="496" y="2172"/>
                      </a:cubicBezTo>
                      <a:lnTo>
                        <a:pt x="2196" y="2533"/>
                      </a:lnTo>
                      <a:cubicBezTo>
                        <a:pt x="2231" y="2541"/>
                        <a:pt x="2266" y="2545"/>
                        <a:pt x="2301" y="2545"/>
                      </a:cubicBezTo>
                      <a:cubicBezTo>
                        <a:pt x="2377" y="2545"/>
                        <a:pt x="2452" y="2527"/>
                        <a:pt x="2523" y="2492"/>
                      </a:cubicBezTo>
                      <a:lnTo>
                        <a:pt x="3720" y="1893"/>
                      </a:lnTo>
                      <a:cubicBezTo>
                        <a:pt x="3878" y="1814"/>
                        <a:pt x="3889" y="1597"/>
                        <a:pt x="3737" y="1504"/>
                      </a:cubicBezTo>
                      <a:lnTo>
                        <a:pt x="1811" y="304"/>
                      </a:lnTo>
                      <a:cubicBezTo>
                        <a:pt x="1491" y="104"/>
                        <a:pt x="1124" y="0"/>
                        <a:pt x="751" y="0"/>
                      </a:cubicBezTo>
                      <a:close/>
                    </a:path>
                  </a:pathLst>
                </a:custGeom>
                <a:solidFill>
                  <a:srgbClr val="F0F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0"/>
                <p:cNvSpPr/>
                <p:nvPr/>
              </p:nvSpPr>
              <p:spPr>
                <a:xfrm>
                  <a:off x="5684950" y="1215600"/>
                  <a:ext cx="26425" cy="26425"/>
                </a:xfrm>
                <a:custGeom>
                  <a:rect b="b" l="l" r="r" t="t"/>
                  <a:pathLst>
                    <a:path extrusionOk="0" h="1057" w="1057">
                      <a:moveTo>
                        <a:pt x="526" y="0"/>
                      </a:moveTo>
                      <a:cubicBezTo>
                        <a:pt x="234" y="0"/>
                        <a:pt x="0" y="238"/>
                        <a:pt x="0" y="530"/>
                      </a:cubicBezTo>
                      <a:cubicBezTo>
                        <a:pt x="0" y="819"/>
                        <a:pt x="234" y="1056"/>
                        <a:pt x="526" y="1056"/>
                      </a:cubicBezTo>
                      <a:cubicBezTo>
                        <a:pt x="820" y="1056"/>
                        <a:pt x="1057" y="819"/>
                        <a:pt x="1057" y="530"/>
                      </a:cubicBezTo>
                      <a:cubicBezTo>
                        <a:pt x="1057" y="238"/>
                        <a:pt x="820" y="0"/>
                        <a:pt x="5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0"/>
                <p:cNvSpPr/>
                <p:nvPr/>
              </p:nvSpPr>
              <p:spPr>
                <a:xfrm>
                  <a:off x="5654675" y="1200800"/>
                  <a:ext cx="31075" cy="31075"/>
                </a:xfrm>
                <a:custGeom>
                  <a:rect b="b" l="l" r="r" t="t"/>
                  <a:pathLst>
                    <a:path extrusionOk="0" h="1243" w="1243">
                      <a:moveTo>
                        <a:pt x="623" y="1"/>
                      </a:moveTo>
                      <a:cubicBezTo>
                        <a:pt x="279" y="1"/>
                        <a:pt x="0" y="276"/>
                        <a:pt x="0" y="620"/>
                      </a:cubicBezTo>
                      <a:cubicBezTo>
                        <a:pt x="0" y="964"/>
                        <a:pt x="279" y="1243"/>
                        <a:pt x="623" y="1243"/>
                      </a:cubicBezTo>
                      <a:cubicBezTo>
                        <a:pt x="964" y="1243"/>
                        <a:pt x="1242" y="964"/>
                        <a:pt x="1242" y="620"/>
                      </a:cubicBezTo>
                      <a:cubicBezTo>
                        <a:pt x="1242" y="276"/>
                        <a:pt x="964" y="1"/>
                        <a:pt x="6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0"/>
                <p:cNvSpPr/>
                <p:nvPr/>
              </p:nvSpPr>
              <p:spPr>
                <a:xfrm>
                  <a:off x="6000925" y="1286850"/>
                  <a:ext cx="151750" cy="88000"/>
                </a:xfrm>
                <a:custGeom>
                  <a:rect b="b" l="l" r="r" t="t"/>
                  <a:pathLst>
                    <a:path extrusionOk="0" h="3520" w="6070">
                      <a:moveTo>
                        <a:pt x="5659" y="1"/>
                      </a:moveTo>
                      <a:cubicBezTo>
                        <a:pt x="5559" y="1"/>
                        <a:pt x="5458" y="38"/>
                        <a:pt x="5375" y="119"/>
                      </a:cubicBezTo>
                      <a:lnTo>
                        <a:pt x="1481" y="2342"/>
                      </a:lnTo>
                      <a:cubicBezTo>
                        <a:pt x="1481" y="2342"/>
                        <a:pt x="1" y="2652"/>
                        <a:pt x="98" y="2889"/>
                      </a:cubicBezTo>
                      <a:cubicBezTo>
                        <a:pt x="182" y="3105"/>
                        <a:pt x="1023" y="3520"/>
                        <a:pt x="1604" y="3520"/>
                      </a:cubicBezTo>
                      <a:cubicBezTo>
                        <a:pt x="1660" y="3520"/>
                        <a:pt x="1713" y="3516"/>
                        <a:pt x="1763" y="3508"/>
                      </a:cubicBezTo>
                      <a:cubicBezTo>
                        <a:pt x="2333" y="3412"/>
                        <a:pt x="5327" y="2985"/>
                        <a:pt x="5327" y="2985"/>
                      </a:cubicBezTo>
                      <a:cubicBezTo>
                        <a:pt x="5957" y="2985"/>
                        <a:pt x="6066" y="1454"/>
                        <a:pt x="6070" y="411"/>
                      </a:cubicBezTo>
                      <a:cubicBezTo>
                        <a:pt x="6070" y="164"/>
                        <a:pt x="5868" y="1"/>
                        <a:pt x="5659" y="1"/>
                      </a:cubicBezTo>
                      <a:close/>
                    </a:path>
                  </a:pathLst>
                </a:custGeom>
                <a:solidFill>
                  <a:srgbClr val="B2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0"/>
                <p:cNvSpPr/>
                <p:nvPr/>
              </p:nvSpPr>
              <p:spPr>
                <a:xfrm>
                  <a:off x="6044625" y="1295575"/>
                  <a:ext cx="81650" cy="52850"/>
                </a:xfrm>
                <a:custGeom>
                  <a:rect b="b" l="l" r="r" t="t"/>
                  <a:pathLst>
                    <a:path extrusionOk="0" h="2114" w="3266">
                      <a:moveTo>
                        <a:pt x="3266" y="1"/>
                      </a:moveTo>
                      <a:lnTo>
                        <a:pt x="2186" y="300"/>
                      </a:lnTo>
                      <a:cubicBezTo>
                        <a:pt x="1587" y="469"/>
                        <a:pt x="1064" y="809"/>
                        <a:pt x="671" y="1291"/>
                      </a:cubicBezTo>
                      <a:lnTo>
                        <a:pt x="1" y="2113"/>
                      </a:lnTo>
                      <a:lnTo>
                        <a:pt x="2443" y="1652"/>
                      </a:lnTo>
                      <a:cubicBezTo>
                        <a:pt x="2678" y="1607"/>
                        <a:pt x="2870" y="1432"/>
                        <a:pt x="2935" y="1201"/>
                      </a:cubicBezTo>
                      <a:lnTo>
                        <a:pt x="3266" y="1"/>
                      </a:lnTo>
                      <a:close/>
                    </a:path>
                  </a:pathLst>
                </a:custGeom>
                <a:solidFill>
                  <a:srgbClr val="F0F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0"/>
                <p:cNvSpPr/>
                <p:nvPr/>
              </p:nvSpPr>
              <p:spPr>
                <a:xfrm>
                  <a:off x="6086425" y="1306600"/>
                  <a:ext cx="26425" cy="26500"/>
                </a:xfrm>
                <a:custGeom>
                  <a:rect b="b" l="l" r="r" t="t"/>
                  <a:pathLst>
                    <a:path extrusionOk="0" h="1060" w="1057">
                      <a:moveTo>
                        <a:pt x="531" y="0"/>
                      </a:moveTo>
                      <a:cubicBezTo>
                        <a:pt x="238" y="0"/>
                        <a:pt x="1" y="237"/>
                        <a:pt x="1" y="530"/>
                      </a:cubicBezTo>
                      <a:cubicBezTo>
                        <a:pt x="1" y="822"/>
                        <a:pt x="238" y="1060"/>
                        <a:pt x="531" y="1060"/>
                      </a:cubicBezTo>
                      <a:cubicBezTo>
                        <a:pt x="820" y="1060"/>
                        <a:pt x="1057" y="822"/>
                        <a:pt x="1057" y="530"/>
                      </a:cubicBezTo>
                      <a:cubicBezTo>
                        <a:pt x="1057" y="237"/>
                        <a:pt x="820" y="0"/>
                        <a:pt x="5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0"/>
                <p:cNvSpPr/>
                <p:nvPr/>
              </p:nvSpPr>
              <p:spPr>
                <a:xfrm>
                  <a:off x="6065450" y="1320350"/>
                  <a:ext cx="18500" cy="18525"/>
                </a:xfrm>
                <a:custGeom>
                  <a:rect b="b" l="l" r="r" t="t"/>
                  <a:pathLst>
                    <a:path extrusionOk="0" h="741" w="740">
                      <a:moveTo>
                        <a:pt x="368" y="0"/>
                      </a:moveTo>
                      <a:cubicBezTo>
                        <a:pt x="165" y="0"/>
                        <a:pt x="0" y="169"/>
                        <a:pt x="0" y="372"/>
                      </a:cubicBezTo>
                      <a:cubicBezTo>
                        <a:pt x="0" y="575"/>
                        <a:pt x="165" y="740"/>
                        <a:pt x="368" y="740"/>
                      </a:cubicBezTo>
                      <a:cubicBezTo>
                        <a:pt x="575" y="740"/>
                        <a:pt x="740" y="575"/>
                        <a:pt x="740" y="372"/>
                      </a:cubicBezTo>
                      <a:cubicBezTo>
                        <a:pt x="740" y="169"/>
                        <a:pt x="575" y="0"/>
                        <a:pt x="3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0"/>
                <p:cNvSpPr/>
                <p:nvPr/>
              </p:nvSpPr>
              <p:spPr>
                <a:xfrm>
                  <a:off x="6041700" y="1243975"/>
                  <a:ext cx="32100" cy="34000"/>
                </a:xfrm>
                <a:custGeom>
                  <a:rect b="b" l="l" r="r" t="t"/>
                  <a:pathLst>
                    <a:path extrusionOk="0" h="1360" w="1284">
                      <a:moveTo>
                        <a:pt x="1" y="0"/>
                      </a:moveTo>
                      <a:lnTo>
                        <a:pt x="176" y="1359"/>
                      </a:lnTo>
                      <a:lnTo>
                        <a:pt x="1284" y="610"/>
                      </a:lnTo>
                      <a:cubicBezTo>
                        <a:pt x="499" y="537"/>
                        <a:pt x="1" y="1"/>
                        <a:pt x="1" y="0"/>
                      </a:cubicBezTo>
                      <a:close/>
                    </a:path>
                  </a:pathLst>
                </a:custGeom>
                <a:solidFill>
                  <a:srgbClr val="B2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0"/>
                <p:cNvSpPr/>
                <p:nvPr/>
              </p:nvSpPr>
              <p:spPr>
                <a:xfrm>
                  <a:off x="6044975" y="1186600"/>
                  <a:ext cx="97125" cy="63625"/>
                </a:xfrm>
                <a:custGeom>
                  <a:rect b="b" l="l" r="r" t="t"/>
                  <a:pathLst>
                    <a:path extrusionOk="0" h="2545" w="3885">
                      <a:moveTo>
                        <a:pt x="3136" y="0"/>
                      </a:moveTo>
                      <a:cubicBezTo>
                        <a:pt x="2764" y="0"/>
                        <a:pt x="2395" y="104"/>
                        <a:pt x="2075" y="304"/>
                      </a:cubicBezTo>
                      <a:lnTo>
                        <a:pt x="149" y="1504"/>
                      </a:lnTo>
                      <a:cubicBezTo>
                        <a:pt x="1" y="1597"/>
                        <a:pt x="11" y="1814"/>
                        <a:pt x="166" y="1893"/>
                      </a:cubicBezTo>
                      <a:lnTo>
                        <a:pt x="1367" y="2492"/>
                      </a:lnTo>
                      <a:cubicBezTo>
                        <a:pt x="1435" y="2527"/>
                        <a:pt x="1511" y="2545"/>
                        <a:pt x="1588" y="2545"/>
                      </a:cubicBezTo>
                      <a:cubicBezTo>
                        <a:pt x="1623" y="2545"/>
                        <a:pt x="1659" y="2541"/>
                        <a:pt x="1694" y="2533"/>
                      </a:cubicBezTo>
                      <a:lnTo>
                        <a:pt x="3389" y="2172"/>
                      </a:lnTo>
                      <a:cubicBezTo>
                        <a:pt x="3606" y="2127"/>
                        <a:pt x="3768" y="1941"/>
                        <a:pt x="3785" y="1721"/>
                      </a:cubicBezTo>
                      <a:lnTo>
                        <a:pt x="3868" y="555"/>
                      </a:lnTo>
                      <a:cubicBezTo>
                        <a:pt x="3885" y="296"/>
                        <a:pt x="3702" y="66"/>
                        <a:pt x="3448" y="25"/>
                      </a:cubicBezTo>
                      <a:cubicBezTo>
                        <a:pt x="3345" y="8"/>
                        <a:pt x="3240" y="0"/>
                        <a:pt x="3136" y="0"/>
                      </a:cubicBezTo>
                      <a:close/>
                    </a:path>
                  </a:pathLst>
                </a:custGeom>
                <a:solidFill>
                  <a:srgbClr val="F0F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0"/>
                <p:cNvSpPr/>
                <p:nvPr/>
              </p:nvSpPr>
              <p:spPr>
                <a:xfrm>
                  <a:off x="6071475" y="1215600"/>
                  <a:ext cx="26500" cy="26425"/>
                </a:xfrm>
                <a:custGeom>
                  <a:rect b="b" l="l" r="r" t="t"/>
                  <a:pathLst>
                    <a:path extrusionOk="0" h="1057" w="1060">
                      <a:moveTo>
                        <a:pt x="530" y="0"/>
                      </a:moveTo>
                      <a:cubicBezTo>
                        <a:pt x="237" y="0"/>
                        <a:pt x="0" y="238"/>
                        <a:pt x="0" y="530"/>
                      </a:cubicBezTo>
                      <a:cubicBezTo>
                        <a:pt x="0" y="819"/>
                        <a:pt x="237" y="1056"/>
                        <a:pt x="530" y="1056"/>
                      </a:cubicBezTo>
                      <a:cubicBezTo>
                        <a:pt x="823" y="1056"/>
                        <a:pt x="1060" y="819"/>
                        <a:pt x="1060" y="530"/>
                      </a:cubicBezTo>
                      <a:cubicBezTo>
                        <a:pt x="1060" y="238"/>
                        <a:pt x="823" y="0"/>
                        <a:pt x="5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0"/>
                <p:cNvSpPr/>
                <p:nvPr/>
              </p:nvSpPr>
              <p:spPr>
                <a:xfrm>
                  <a:off x="6097100" y="1200800"/>
                  <a:ext cx="31075" cy="31075"/>
                </a:xfrm>
                <a:custGeom>
                  <a:rect b="b" l="l" r="r" t="t"/>
                  <a:pathLst>
                    <a:path extrusionOk="0" h="1243" w="1243">
                      <a:moveTo>
                        <a:pt x="623" y="1"/>
                      </a:moveTo>
                      <a:cubicBezTo>
                        <a:pt x="279" y="1"/>
                        <a:pt x="1" y="276"/>
                        <a:pt x="1" y="620"/>
                      </a:cubicBezTo>
                      <a:cubicBezTo>
                        <a:pt x="1" y="964"/>
                        <a:pt x="279" y="1243"/>
                        <a:pt x="623" y="1243"/>
                      </a:cubicBezTo>
                      <a:cubicBezTo>
                        <a:pt x="963" y="1243"/>
                        <a:pt x="1243" y="964"/>
                        <a:pt x="1243" y="620"/>
                      </a:cubicBezTo>
                      <a:cubicBezTo>
                        <a:pt x="1243" y="276"/>
                        <a:pt x="963" y="1"/>
                        <a:pt x="6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1"/>
          <p:cNvSpPr txBox="1"/>
          <p:nvPr>
            <p:ph type="title"/>
          </p:nvPr>
        </p:nvSpPr>
        <p:spPr>
          <a:xfrm>
            <a:off x="713232" y="4032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Next Step: Transfer Learning</a:t>
            </a:r>
            <a:endParaRPr/>
          </a:p>
        </p:txBody>
      </p:sp>
      <p:sp>
        <p:nvSpPr>
          <p:cNvPr id="465" name="Google Shape;465;p21"/>
          <p:cNvSpPr txBox="1"/>
          <p:nvPr/>
        </p:nvSpPr>
        <p:spPr>
          <a:xfrm>
            <a:off x="1024300" y="2593800"/>
            <a:ext cx="2752200" cy="14001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Inexperienced</a:t>
            </a:r>
            <a:endParaRPr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Limited Training</a:t>
            </a:r>
            <a:endParaRPr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Roughly knows:</a:t>
            </a:r>
            <a:endParaRPr sz="1800">
              <a:solidFill>
                <a:schemeClr val="lt1"/>
              </a:solidFill>
              <a:latin typeface="Ubuntu"/>
              <a:ea typeface="Ubuntu"/>
              <a:cs typeface="Ubuntu"/>
              <a:sym typeface="Ubuntu"/>
            </a:endParaRPr>
          </a:p>
          <a:p>
            <a:pPr indent="-342900" lvl="1" marL="9144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Cars</a:t>
            </a:r>
            <a:endParaRPr sz="1800">
              <a:solidFill>
                <a:schemeClr val="lt1"/>
              </a:solidFill>
              <a:latin typeface="Ubuntu"/>
              <a:ea typeface="Ubuntu"/>
              <a:cs typeface="Ubuntu"/>
              <a:sym typeface="Ubuntu"/>
            </a:endParaRPr>
          </a:p>
          <a:p>
            <a:pPr indent="-342900" lvl="1" marL="9144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Trucks</a:t>
            </a:r>
            <a:endParaRPr sz="1800">
              <a:solidFill>
                <a:schemeClr val="lt1"/>
              </a:solidFill>
              <a:latin typeface="Ubuntu"/>
              <a:ea typeface="Ubuntu"/>
              <a:cs typeface="Ubuntu"/>
              <a:sym typeface="Ubuntu"/>
            </a:endParaRPr>
          </a:p>
          <a:p>
            <a:pPr indent="-342900" lvl="1" marL="9144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Non Cars/Trucks</a:t>
            </a:r>
            <a:endParaRPr sz="1800">
              <a:solidFill>
                <a:schemeClr val="lt1"/>
              </a:solidFill>
              <a:latin typeface="Krona One"/>
              <a:ea typeface="Krona One"/>
              <a:cs typeface="Krona One"/>
              <a:sym typeface="Krona One"/>
            </a:endParaRPr>
          </a:p>
        </p:txBody>
      </p:sp>
      <p:sp>
        <p:nvSpPr>
          <p:cNvPr id="466" name="Google Shape;466;p21"/>
          <p:cNvSpPr txBox="1"/>
          <p:nvPr/>
        </p:nvSpPr>
        <p:spPr>
          <a:xfrm>
            <a:off x="1246625" y="1349725"/>
            <a:ext cx="1616100" cy="730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lang="en" sz="2400">
                <a:solidFill>
                  <a:schemeClr val="dk1"/>
                </a:solidFill>
                <a:latin typeface="Krona One"/>
                <a:ea typeface="Krona One"/>
                <a:cs typeface="Krona One"/>
                <a:sym typeface="Krona One"/>
              </a:rPr>
              <a:t>Our Models</a:t>
            </a:r>
            <a:endParaRPr sz="2400">
              <a:solidFill>
                <a:schemeClr val="dk1"/>
              </a:solidFill>
              <a:latin typeface="Krona One"/>
              <a:ea typeface="Krona One"/>
              <a:cs typeface="Krona One"/>
              <a:sym typeface="Krona One"/>
            </a:endParaRPr>
          </a:p>
        </p:txBody>
      </p:sp>
      <p:sp>
        <p:nvSpPr>
          <p:cNvPr id="467" name="Google Shape;467;p21"/>
          <p:cNvSpPr txBox="1"/>
          <p:nvPr/>
        </p:nvSpPr>
        <p:spPr>
          <a:xfrm>
            <a:off x="6217950" y="1399975"/>
            <a:ext cx="1663500" cy="679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r">
              <a:lnSpc>
                <a:spcPct val="80000"/>
              </a:lnSpc>
              <a:spcBef>
                <a:spcPts val="0"/>
              </a:spcBef>
              <a:spcAft>
                <a:spcPts val="0"/>
              </a:spcAft>
              <a:buNone/>
            </a:pPr>
            <a:r>
              <a:rPr lang="en" sz="2400">
                <a:solidFill>
                  <a:schemeClr val="lt1"/>
                </a:solidFill>
                <a:latin typeface="Krona One"/>
                <a:ea typeface="Krona One"/>
                <a:cs typeface="Krona One"/>
                <a:sym typeface="Krona One"/>
              </a:rPr>
              <a:t>Expert </a:t>
            </a:r>
            <a:r>
              <a:rPr lang="en" sz="2400">
                <a:solidFill>
                  <a:schemeClr val="lt1"/>
                </a:solidFill>
                <a:latin typeface="Krona One"/>
                <a:ea typeface="Krona One"/>
                <a:cs typeface="Krona One"/>
                <a:sym typeface="Krona One"/>
              </a:rPr>
              <a:t>Models</a:t>
            </a:r>
            <a:endParaRPr sz="2400">
              <a:solidFill>
                <a:schemeClr val="lt1"/>
              </a:solidFill>
              <a:latin typeface="Krona One"/>
              <a:ea typeface="Krona One"/>
              <a:cs typeface="Krona One"/>
              <a:sym typeface="Krona One"/>
            </a:endParaRPr>
          </a:p>
        </p:txBody>
      </p:sp>
      <p:sp>
        <p:nvSpPr>
          <p:cNvPr id="468" name="Google Shape;468;p21"/>
          <p:cNvSpPr/>
          <p:nvPr/>
        </p:nvSpPr>
        <p:spPr>
          <a:xfrm>
            <a:off x="3203800" y="1248313"/>
            <a:ext cx="572700" cy="572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1"/>
          <p:cNvSpPr/>
          <p:nvPr/>
        </p:nvSpPr>
        <p:spPr>
          <a:xfrm>
            <a:off x="5347825" y="3617884"/>
            <a:ext cx="572700" cy="572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 name="Google Shape;470;p21"/>
          <p:cNvCxnSpPr>
            <a:stCxn id="471" idx="0"/>
          </p:cNvCxnSpPr>
          <p:nvPr/>
        </p:nvCxnSpPr>
        <p:spPr>
          <a:xfrm flipH="1" rot="5400000">
            <a:off x="3943600" y="1371950"/>
            <a:ext cx="450600" cy="784800"/>
          </a:xfrm>
          <a:prstGeom prst="bentConnector2">
            <a:avLst/>
          </a:prstGeom>
          <a:noFill/>
          <a:ln cap="flat" cmpd="sng" w="38100">
            <a:solidFill>
              <a:schemeClr val="lt1"/>
            </a:solidFill>
            <a:prstDash val="dash"/>
            <a:round/>
            <a:headEnd len="med" w="med" type="none"/>
            <a:tailEnd len="med" w="med" type="none"/>
          </a:ln>
        </p:spPr>
      </p:cxnSp>
      <p:cxnSp>
        <p:nvCxnSpPr>
          <p:cNvPr id="472" name="Google Shape;472;p21"/>
          <p:cNvCxnSpPr>
            <a:stCxn id="471" idx="4"/>
          </p:cNvCxnSpPr>
          <p:nvPr/>
        </p:nvCxnSpPr>
        <p:spPr>
          <a:xfrm flipH="1" rot="-5400000">
            <a:off x="4796050" y="3243200"/>
            <a:ext cx="427500" cy="897000"/>
          </a:xfrm>
          <a:prstGeom prst="bentConnector2">
            <a:avLst/>
          </a:prstGeom>
          <a:noFill/>
          <a:ln cap="flat" cmpd="sng" w="38100">
            <a:solidFill>
              <a:schemeClr val="lt1"/>
            </a:solidFill>
            <a:prstDash val="dash"/>
            <a:round/>
            <a:headEnd len="med" w="med" type="none"/>
            <a:tailEnd len="med" w="med" type="none"/>
          </a:ln>
        </p:spPr>
      </p:cxnSp>
      <p:grpSp>
        <p:nvGrpSpPr>
          <p:cNvPr id="473" name="Google Shape;473;p21"/>
          <p:cNvGrpSpPr/>
          <p:nvPr/>
        </p:nvGrpSpPr>
        <p:grpSpPr>
          <a:xfrm>
            <a:off x="3817150" y="1989650"/>
            <a:ext cx="1488300" cy="1488300"/>
            <a:chOff x="3817150" y="1989650"/>
            <a:chExt cx="1488300" cy="1488300"/>
          </a:xfrm>
        </p:grpSpPr>
        <p:sp>
          <p:nvSpPr>
            <p:cNvPr id="471" name="Google Shape;471;p21"/>
            <p:cNvSpPr/>
            <p:nvPr/>
          </p:nvSpPr>
          <p:spPr>
            <a:xfrm>
              <a:off x="3817150" y="1989650"/>
              <a:ext cx="1488300" cy="14883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4" name="Google Shape;474;p21"/>
            <p:cNvGrpSpPr/>
            <p:nvPr/>
          </p:nvGrpSpPr>
          <p:grpSpPr>
            <a:xfrm>
              <a:off x="3953327" y="2244305"/>
              <a:ext cx="1236278" cy="979007"/>
              <a:chOff x="1190950" y="1315975"/>
              <a:chExt cx="1094245" cy="866532"/>
            </a:xfrm>
          </p:grpSpPr>
          <p:sp>
            <p:nvSpPr>
              <p:cNvPr id="475" name="Google Shape;475;p21"/>
              <p:cNvSpPr/>
              <p:nvPr/>
            </p:nvSpPr>
            <p:spPr>
              <a:xfrm>
                <a:off x="1406307" y="1315975"/>
                <a:ext cx="202189" cy="145227"/>
              </a:xfrm>
              <a:custGeom>
                <a:rect b="b" l="l" r="r" t="t"/>
                <a:pathLst>
                  <a:path extrusionOk="0" h="1081" w="1505">
                    <a:moveTo>
                      <a:pt x="89" y="1"/>
                    </a:moveTo>
                    <a:cubicBezTo>
                      <a:pt x="40" y="1"/>
                      <a:pt x="0" y="41"/>
                      <a:pt x="0" y="89"/>
                    </a:cubicBezTo>
                    <a:lnTo>
                      <a:pt x="0" y="1080"/>
                    </a:lnTo>
                    <a:lnTo>
                      <a:pt x="1504" y="1080"/>
                    </a:lnTo>
                    <a:lnTo>
                      <a:pt x="1504" y="89"/>
                    </a:lnTo>
                    <a:cubicBezTo>
                      <a:pt x="1504" y="41"/>
                      <a:pt x="1465" y="1"/>
                      <a:pt x="1416" y="1"/>
                    </a:cubicBezTo>
                    <a:close/>
                  </a:path>
                </a:pathLst>
              </a:custGeom>
              <a:solidFill>
                <a:srgbClr val="5A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1"/>
              <p:cNvSpPr/>
              <p:nvPr/>
            </p:nvSpPr>
            <p:spPr>
              <a:xfrm>
                <a:off x="1242808" y="1430572"/>
                <a:ext cx="990660" cy="586282"/>
              </a:xfrm>
              <a:custGeom>
                <a:rect b="b" l="l" r="r" t="t"/>
                <a:pathLst>
                  <a:path extrusionOk="0" h="4364" w="7374">
                    <a:moveTo>
                      <a:pt x="107" y="0"/>
                    </a:moveTo>
                    <a:cubicBezTo>
                      <a:pt x="50" y="0"/>
                      <a:pt x="1" y="45"/>
                      <a:pt x="1" y="107"/>
                    </a:cubicBezTo>
                    <a:lnTo>
                      <a:pt x="1" y="4363"/>
                    </a:lnTo>
                    <a:lnTo>
                      <a:pt x="7373" y="4363"/>
                    </a:lnTo>
                    <a:lnTo>
                      <a:pt x="7373" y="107"/>
                    </a:lnTo>
                    <a:cubicBezTo>
                      <a:pt x="7373" y="45"/>
                      <a:pt x="7324" y="0"/>
                      <a:pt x="7267" y="0"/>
                    </a:cubicBezTo>
                    <a:close/>
                  </a:path>
                </a:pathLst>
              </a:custGeom>
              <a:solidFill>
                <a:srgbClr val="9898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1"/>
              <p:cNvSpPr/>
              <p:nvPr/>
            </p:nvSpPr>
            <p:spPr>
              <a:xfrm>
                <a:off x="1190950" y="2016725"/>
                <a:ext cx="1094240" cy="165782"/>
              </a:xfrm>
              <a:custGeom>
                <a:rect b="b" l="l" r="r" t="t"/>
                <a:pathLst>
                  <a:path extrusionOk="0" h="1234" w="8145">
                    <a:moveTo>
                      <a:pt x="53" y="0"/>
                    </a:moveTo>
                    <a:cubicBezTo>
                      <a:pt x="27" y="0"/>
                      <a:pt x="0" y="23"/>
                      <a:pt x="0" y="53"/>
                    </a:cubicBezTo>
                    <a:lnTo>
                      <a:pt x="0" y="1180"/>
                    </a:lnTo>
                    <a:cubicBezTo>
                      <a:pt x="0" y="1211"/>
                      <a:pt x="27" y="1234"/>
                      <a:pt x="53" y="1234"/>
                    </a:cubicBezTo>
                    <a:lnTo>
                      <a:pt x="8092" y="1234"/>
                    </a:lnTo>
                    <a:cubicBezTo>
                      <a:pt x="8118" y="1234"/>
                      <a:pt x="8145" y="1211"/>
                      <a:pt x="8145" y="1180"/>
                    </a:cubicBezTo>
                    <a:lnTo>
                      <a:pt x="8145" y="53"/>
                    </a:lnTo>
                    <a:cubicBezTo>
                      <a:pt x="8145" y="23"/>
                      <a:pt x="8118" y="0"/>
                      <a:pt x="8092" y="0"/>
                    </a:cubicBezTo>
                    <a:close/>
                  </a:path>
                </a:pathLst>
              </a:custGeom>
              <a:solidFill>
                <a:srgbClr val="5A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1"/>
              <p:cNvSpPr/>
              <p:nvPr/>
            </p:nvSpPr>
            <p:spPr>
              <a:xfrm>
                <a:off x="1387633" y="1537915"/>
                <a:ext cx="239268" cy="239268"/>
              </a:xfrm>
              <a:custGeom>
                <a:rect b="b" l="l" r="r" t="t"/>
                <a:pathLst>
                  <a:path extrusionOk="0" h="1781" w="1781">
                    <a:moveTo>
                      <a:pt x="592" y="0"/>
                    </a:moveTo>
                    <a:lnTo>
                      <a:pt x="592" y="590"/>
                    </a:lnTo>
                    <a:lnTo>
                      <a:pt x="1" y="590"/>
                    </a:lnTo>
                    <a:lnTo>
                      <a:pt x="1" y="1190"/>
                    </a:lnTo>
                    <a:lnTo>
                      <a:pt x="592" y="1190"/>
                    </a:lnTo>
                    <a:lnTo>
                      <a:pt x="592" y="1780"/>
                    </a:lnTo>
                    <a:lnTo>
                      <a:pt x="1191" y="1780"/>
                    </a:lnTo>
                    <a:lnTo>
                      <a:pt x="1191" y="1190"/>
                    </a:lnTo>
                    <a:lnTo>
                      <a:pt x="1781" y="1190"/>
                    </a:lnTo>
                    <a:lnTo>
                      <a:pt x="1781" y="590"/>
                    </a:lnTo>
                    <a:lnTo>
                      <a:pt x="1191" y="590"/>
                    </a:lnTo>
                    <a:lnTo>
                      <a:pt x="1191" y="0"/>
                    </a:lnTo>
                    <a:close/>
                  </a:path>
                </a:pathLst>
              </a:custGeom>
              <a:solidFill>
                <a:srgbClr val="F4D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1"/>
              <p:cNvSpPr/>
              <p:nvPr/>
            </p:nvSpPr>
            <p:spPr>
              <a:xfrm>
                <a:off x="1867786" y="1315975"/>
                <a:ext cx="202189" cy="114731"/>
              </a:xfrm>
              <a:custGeom>
                <a:rect b="b" l="l" r="r" t="t"/>
                <a:pathLst>
                  <a:path extrusionOk="0" h="854" w="1505">
                    <a:moveTo>
                      <a:pt x="337" y="1"/>
                    </a:moveTo>
                    <a:cubicBezTo>
                      <a:pt x="151" y="1"/>
                      <a:pt x="1" y="152"/>
                      <a:pt x="1" y="334"/>
                    </a:cubicBezTo>
                    <a:lnTo>
                      <a:pt x="1" y="853"/>
                    </a:lnTo>
                    <a:lnTo>
                      <a:pt x="1505" y="853"/>
                    </a:lnTo>
                    <a:lnTo>
                      <a:pt x="1505" y="334"/>
                    </a:lnTo>
                    <a:cubicBezTo>
                      <a:pt x="1505" y="152"/>
                      <a:pt x="1353" y="1"/>
                      <a:pt x="1167" y="1"/>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1"/>
              <p:cNvSpPr/>
              <p:nvPr/>
            </p:nvSpPr>
            <p:spPr>
              <a:xfrm>
                <a:off x="1738277" y="1430572"/>
                <a:ext cx="495196" cy="586282"/>
              </a:xfrm>
              <a:custGeom>
                <a:rect b="b" l="l" r="r" t="t"/>
                <a:pathLst>
                  <a:path extrusionOk="0" h="4364" w="3686">
                    <a:moveTo>
                      <a:pt x="2606" y="1389"/>
                    </a:moveTo>
                    <a:lnTo>
                      <a:pt x="2606" y="1989"/>
                    </a:lnTo>
                    <a:lnTo>
                      <a:pt x="826" y="1989"/>
                    </a:lnTo>
                    <a:lnTo>
                      <a:pt x="826" y="1389"/>
                    </a:lnTo>
                    <a:close/>
                    <a:moveTo>
                      <a:pt x="1" y="0"/>
                    </a:moveTo>
                    <a:lnTo>
                      <a:pt x="1" y="4363"/>
                    </a:lnTo>
                    <a:lnTo>
                      <a:pt x="3685" y="4363"/>
                    </a:lnTo>
                    <a:lnTo>
                      <a:pt x="3685" y="400"/>
                    </a:lnTo>
                    <a:cubicBezTo>
                      <a:pt x="3685" y="178"/>
                      <a:pt x="3507" y="0"/>
                      <a:pt x="3286" y="0"/>
                    </a:cubicBezTo>
                    <a:close/>
                  </a:path>
                </a:pathLst>
              </a:custGeom>
              <a:solidFill>
                <a:srgbClr val="80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1"/>
              <p:cNvSpPr/>
              <p:nvPr/>
            </p:nvSpPr>
            <p:spPr>
              <a:xfrm>
                <a:off x="1738277" y="2016725"/>
                <a:ext cx="546918" cy="165782"/>
              </a:xfrm>
              <a:custGeom>
                <a:rect b="b" l="l" r="r" t="t"/>
                <a:pathLst>
                  <a:path extrusionOk="0" h="1234" w="4071">
                    <a:moveTo>
                      <a:pt x="1" y="0"/>
                    </a:moveTo>
                    <a:lnTo>
                      <a:pt x="1" y="1234"/>
                    </a:lnTo>
                    <a:lnTo>
                      <a:pt x="3872" y="1234"/>
                    </a:lnTo>
                    <a:cubicBezTo>
                      <a:pt x="3982" y="1234"/>
                      <a:pt x="4071" y="1145"/>
                      <a:pt x="4071" y="1035"/>
                    </a:cubicBezTo>
                    <a:lnTo>
                      <a:pt x="4071" y="199"/>
                    </a:lnTo>
                    <a:cubicBezTo>
                      <a:pt x="4071" y="89"/>
                      <a:pt x="3982" y="0"/>
                      <a:pt x="3872" y="0"/>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
              <p:cNvSpPr/>
              <p:nvPr/>
            </p:nvSpPr>
            <p:spPr>
              <a:xfrm>
                <a:off x="1849247" y="1617179"/>
                <a:ext cx="239268" cy="80607"/>
              </a:xfrm>
              <a:custGeom>
                <a:rect b="b" l="l" r="r" t="t"/>
                <a:pathLst>
                  <a:path extrusionOk="0" h="600" w="1781">
                    <a:moveTo>
                      <a:pt x="0" y="0"/>
                    </a:moveTo>
                    <a:lnTo>
                      <a:pt x="0" y="600"/>
                    </a:lnTo>
                    <a:lnTo>
                      <a:pt x="1780" y="600"/>
                    </a:lnTo>
                    <a:lnTo>
                      <a:pt x="178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3" name="Google Shape;483;p21"/>
          <p:cNvGrpSpPr/>
          <p:nvPr/>
        </p:nvGrpSpPr>
        <p:grpSpPr>
          <a:xfrm>
            <a:off x="5480057" y="3750103"/>
            <a:ext cx="308234" cy="308234"/>
            <a:chOff x="1487200" y="4993750"/>
            <a:chExt cx="483125" cy="483125"/>
          </a:xfrm>
        </p:grpSpPr>
        <p:sp>
          <p:nvSpPr>
            <p:cNvPr id="484" name="Google Shape;484;p21"/>
            <p:cNvSpPr/>
            <p:nvPr/>
          </p:nvSpPr>
          <p:spPr>
            <a:xfrm>
              <a:off x="1487200" y="4993750"/>
              <a:ext cx="483125" cy="483125"/>
            </a:xfrm>
            <a:custGeom>
              <a:rect b="b" l="l" r="r" t="t"/>
              <a:pathLst>
                <a:path extrusionOk="0" h="19325" w="19325">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 name="Google Shape;485;p21"/>
            <p:cNvSpPr/>
            <p:nvPr/>
          </p:nvSpPr>
          <p:spPr>
            <a:xfrm>
              <a:off x="1602600" y="5143950"/>
              <a:ext cx="250350" cy="182725"/>
            </a:xfrm>
            <a:custGeom>
              <a:rect b="b" l="l" r="r" t="t"/>
              <a:pathLst>
                <a:path extrusionOk="0" h="7309" w="10014">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 name="Google Shape;486;p21"/>
          <p:cNvGrpSpPr/>
          <p:nvPr/>
        </p:nvGrpSpPr>
        <p:grpSpPr>
          <a:xfrm>
            <a:off x="3336041" y="1380565"/>
            <a:ext cx="308234" cy="308234"/>
            <a:chOff x="2081650" y="4993750"/>
            <a:chExt cx="483125" cy="483125"/>
          </a:xfrm>
        </p:grpSpPr>
        <p:sp>
          <p:nvSpPr>
            <p:cNvPr id="487" name="Google Shape;487;p21"/>
            <p:cNvSpPr/>
            <p:nvPr/>
          </p:nvSpPr>
          <p:spPr>
            <a:xfrm>
              <a:off x="2081650" y="4993750"/>
              <a:ext cx="483125" cy="483125"/>
            </a:xfrm>
            <a:custGeom>
              <a:rect b="b" l="l" r="r" t="t"/>
              <a:pathLst>
                <a:path extrusionOk="0" h="19325" w="19325">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 name="Google Shape;488;p21"/>
            <p:cNvSpPr/>
            <p:nvPr/>
          </p:nvSpPr>
          <p:spPr>
            <a:xfrm>
              <a:off x="2209375" y="5125625"/>
              <a:ext cx="227600" cy="219350"/>
            </a:xfrm>
            <a:custGeom>
              <a:rect b="b" l="l" r="r" t="t"/>
              <a:pathLst>
                <a:path extrusionOk="0" h="8774" w="9104">
                  <a:moveTo>
                    <a:pt x="7232" y="1143"/>
                  </a:moveTo>
                  <a:cubicBezTo>
                    <a:pt x="7377" y="1143"/>
                    <a:pt x="7522" y="1198"/>
                    <a:pt x="7633" y="1308"/>
                  </a:cubicBezTo>
                  <a:cubicBezTo>
                    <a:pt x="7851" y="1528"/>
                    <a:pt x="7854" y="1882"/>
                    <a:pt x="7639" y="2102"/>
                  </a:cubicBezTo>
                  <a:lnTo>
                    <a:pt x="5755" y="3986"/>
                  </a:lnTo>
                  <a:cubicBezTo>
                    <a:pt x="5532" y="4210"/>
                    <a:pt x="5532" y="4566"/>
                    <a:pt x="5755" y="4789"/>
                  </a:cubicBezTo>
                  <a:lnTo>
                    <a:pt x="7639" y="6673"/>
                  </a:lnTo>
                  <a:cubicBezTo>
                    <a:pt x="7854" y="6894"/>
                    <a:pt x="7851" y="7247"/>
                    <a:pt x="7633" y="7468"/>
                  </a:cubicBezTo>
                  <a:cubicBezTo>
                    <a:pt x="7522" y="7577"/>
                    <a:pt x="7377" y="7633"/>
                    <a:pt x="7232" y="7633"/>
                  </a:cubicBezTo>
                  <a:cubicBezTo>
                    <a:pt x="7090" y="7633"/>
                    <a:pt x="6948" y="7580"/>
                    <a:pt x="6839" y="7474"/>
                  </a:cubicBezTo>
                  <a:lnTo>
                    <a:pt x="6830" y="7468"/>
                  </a:lnTo>
                  <a:lnTo>
                    <a:pt x="4946" y="5650"/>
                  </a:lnTo>
                  <a:cubicBezTo>
                    <a:pt x="4836" y="5544"/>
                    <a:pt x="4695" y="5491"/>
                    <a:pt x="4554" y="5491"/>
                  </a:cubicBezTo>
                  <a:cubicBezTo>
                    <a:pt x="4412" y="5491"/>
                    <a:pt x="4271" y="5544"/>
                    <a:pt x="4161" y="5650"/>
                  </a:cubicBezTo>
                  <a:lnTo>
                    <a:pt x="2277" y="7468"/>
                  </a:lnTo>
                  <a:lnTo>
                    <a:pt x="2268" y="7474"/>
                  </a:lnTo>
                  <a:cubicBezTo>
                    <a:pt x="2159" y="7580"/>
                    <a:pt x="2017" y="7633"/>
                    <a:pt x="1875" y="7633"/>
                  </a:cubicBezTo>
                  <a:cubicBezTo>
                    <a:pt x="1730" y="7633"/>
                    <a:pt x="1585" y="7577"/>
                    <a:pt x="1474" y="7468"/>
                  </a:cubicBezTo>
                  <a:cubicBezTo>
                    <a:pt x="1256" y="7247"/>
                    <a:pt x="1253" y="6894"/>
                    <a:pt x="1468" y="6673"/>
                  </a:cubicBezTo>
                  <a:lnTo>
                    <a:pt x="3352" y="4789"/>
                  </a:lnTo>
                  <a:cubicBezTo>
                    <a:pt x="3575" y="4566"/>
                    <a:pt x="3575" y="4210"/>
                    <a:pt x="3352" y="3986"/>
                  </a:cubicBezTo>
                  <a:lnTo>
                    <a:pt x="1468" y="2102"/>
                  </a:lnTo>
                  <a:cubicBezTo>
                    <a:pt x="1253" y="1882"/>
                    <a:pt x="1256" y="1528"/>
                    <a:pt x="1474" y="1308"/>
                  </a:cubicBezTo>
                  <a:cubicBezTo>
                    <a:pt x="1585" y="1198"/>
                    <a:pt x="1730" y="1143"/>
                    <a:pt x="1875" y="1143"/>
                  </a:cubicBezTo>
                  <a:cubicBezTo>
                    <a:pt x="2017" y="1143"/>
                    <a:pt x="2159" y="1196"/>
                    <a:pt x="2268" y="1302"/>
                  </a:cubicBezTo>
                  <a:lnTo>
                    <a:pt x="2277" y="1308"/>
                  </a:lnTo>
                  <a:lnTo>
                    <a:pt x="4161" y="3126"/>
                  </a:lnTo>
                  <a:cubicBezTo>
                    <a:pt x="4271" y="3231"/>
                    <a:pt x="4412" y="3284"/>
                    <a:pt x="4554" y="3284"/>
                  </a:cubicBezTo>
                  <a:cubicBezTo>
                    <a:pt x="4695" y="3284"/>
                    <a:pt x="4836" y="3231"/>
                    <a:pt x="4946" y="3126"/>
                  </a:cubicBezTo>
                  <a:lnTo>
                    <a:pt x="6830" y="1308"/>
                  </a:lnTo>
                  <a:lnTo>
                    <a:pt x="6839" y="1302"/>
                  </a:lnTo>
                  <a:cubicBezTo>
                    <a:pt x="6948" y="1196"/>
                    <a:pt x="7090" y="1143"/>
                    <a:pt x="7232" y="1143"/>
                  </a:cubicBezTo>
                  <a:close/>
                  <a:moveTo>
                    <a:pt x="1865" y="0"/>
                  </a:moveTo>
                  <a:cubicBezTo>
                    <a:pt x="1430" y="0"/>
                    <a:pt x="995" y="166"/>
                    <a:pt x="664" y="499"/>
                  </a:cubicBezTo>
                  <a:cubicBezTo>
                    <a:pt x="0" y="1163"/>
                    <a:pt x="3" y="2241"/>
                    <a:pt x="667" y="2902"/>
                  </a:cubicBezTo>
                  <a:lnTo>
                    <a:pt x="2153" y="4388"/>
                  </a:lnTo>
                  <a:lnTo>
                    <a:pt x="667" y="5873"/>
                  </a:lnTo>
                  <a:cubicBezTo>
                    <a:pt x="0" y="6535"/>
                    <a:pt x="0" y="7610"/>
                    <a:pt x="661" y="8274"/>
                  </a:cubicBezTo>
                  <a:cubicBezTo>
                    <a:pt x="995" y="8607"/>
                    <a:pt x="1431" y="8774"/>
                    <a:pt x="1868" y="8774"/>
                  </a:cubicBezTo>
                  <a:cubicBezTo>
                    <a:pt x="2301" y="8774"/>
                    <a:pt x="2734" y="8609"/>
                    <a:pt x="3065" y="8280"/>
                  </a:cubicBezTo>
                  <a:lnTo>
                    <a:pt x="4554" y="6846"/>
                  </a:lnTo>
                  <a:lnTo>
                    <a:pt x="6042" y="8280"/>
                  </a:lnTo>
                  <a:cubicBezTo>
                    <a:pt x="6373" y="8609"/>
                    <a:pt x="6806" y="8774"/>
                    <a:pt x="7239" y="8774"/>
                  </a:cubicBezTo>
                  <a:cubicBezTo>
                    <a:pt x="7675" y="8774"/>
                    <a:pt x="8111" y="8607"/>
                    <a:pt x="8443" y="8274"/>
                  </a:cubicBezTo>
                  <a:cubicBezTo>
                    <a:pt x="9104" y="7610"/>
                    <a:pt x="9104" y="6535"/>
                    <a:pt x="8440" y="5873"/>
                  </a:cubicBezTo>
                  <a:lnTo>
                    <a:pt x="6957" y="4388"/>
                  </a:lnTo>
                  <a:lnTo>
                    <a:pt x="8440" y="2902"/>
                  </a:lnTo>
                  <a:cubicBezTo>
                    <a:pt x="8760" y="2585"/>
                    <a:pt x="8938" y="2153"/>
                    <a:pt x="8938" y="1703"/>
                  </a:cubicBezTo>
                  <a:cubicBezTo>
                    <a:pt x="8938" y="1018"/>
                    <a:pt x="8524" y="399"/>
                    <a:pt x="7893" y="133"/>
                  </a:cubicBezTo>
                  <a:cubicBezTo>
                    <a:pt x="7682" y="46"/>
                    <a:pt x="7460" y="3"/>
                    <a:pt x="7239" y="3"/>
                  </a:cubicBezTo>
                  <a:cubicBezTo>
                    <a:pt x="6799" y="3"/>
                    <a:pt x="6366" y="174"/>
                    <a:pt x="6042" y="496"/>
                  </a:cubicBezTo>
                  <a:lnTo>
                    <a:pt x="4554" y="1930"/>
                  </a:lnTo>
                  <a:lnTo>
                    <a:pt x="3065" y="496"/>
                  </a:lnTo>
                  <a:cubicBezTo>
                    <a:pt x="2733" y="165"/>
                    <a:pt x="2299" y="0"/>
                    <a:pt x="18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9" name="Google Shape;489;p21"/>
          <p:cNvSpPr txBox="1"/>
          <p:nvPr/>
        </p:nvSpPr>
        <p:spPr>
          <a:xfrm>
            <a:off x="5992925" y="2670000"/>
            <a:ext cx="2998800" cy="14001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E</a:t>
            </a:r>
            <a:r>
              <a:rPr lang="en" sz="1800">
                <a:solidFill>
                  <a:schemeClr val="lt1"/>
                </a:solidFill>
                <a:latin typeface="Ubuntu"/>
                <a:ea typeface="Ubuntu"/>
                <a:cs typeface="Ubuntu"/>
                <a:sym typeface="Ubuntu"/>
              </a:rPr>
              <a:t>xperienced</a:t>
            </a:r>
            <a:endParaRPr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Extensive Training</a:t>
            </a:r>
            <a:endParaRPr sz="1800">
              <a:solidFill>
                <a:schemeClr val="lt1"/>
              </a:solidFill>
              <a:latin typeface="Ubuntu"/>
              <a:ea typeface="Ubuntu"/>
              <a:cs typeface="Ubuntu"/>
              <a:sym typeface="Ubuntu"/>
            </a:endParaRPr>
          </a:p>
          <a:p>
            <a:pPr indent="-342900" lvl="0" marL="4572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Knows:</a:t>
            </a:r>
            <a:endParaRPr sz="1800">
              <a:solidFill>
                <a:schemeClr val="lt1"/>
              </a:solidFill>
              <a:latin typeface="Ubuntu"/>
              <a:ea typeface="Ubuntu"/>
              <a:cs typeface="Ubuntu"/>
              <a:sym typeface="Ubuntu"/>
            </a:endParaRPr>
          </a:p>
          <a:p>
            <a:pPr indent="-342900" lvl="1" marL="9144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Cars</a:t>
            </a:r>
            <a:endParaRPr sz="1800">
              <a:solidFill>
                <a:schemeClr val="lt1"/>
              </a:solidFill>
              <a:latin typeface="Ubuntu"/>
              <a:ea typeface="Ubuntu"/>
              <a:cs typeface="Ubuntu"/>
              <a:sym typeface="Ubuntu"/>
            </a:endParaRPr>
          </a:p>
          <a:p>
            <a:pPr indent="-342900" lvl="1" marL="9144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Trucks</a:t>
            </a:r>
            <a:endParaRPr sz="1800">
              <a:solidFill>
                <a:schemeClr val="lt1"/>
              </a:solidFill>
              <a:latin typeface="Ubuntu"/>
              <a:ea typeface="Ubuntu"/>
              <a:cs typeface="Ubuntu"/>
              <a:sym typeface="Ubuntu"/>
            </a:endParaRPr>
          </a:p>
          <a:p>
            <a:pPr indent="-342900" lvl="1" marL="914400" rtl="0" algn="l">
              <a:spcBef>
                <a:spcPts val="0"/>
              </a:spcBef>
              <a:spcAft>
                <a:spcPts val="0"/>
              </a:spcAft>
              <a:buClr>
                <a:schemeClr val="lt1"/>
              </a:buClr>
              <a:buSzPts val="1800"/>
              <a:buFont typeface="Ubuntu"/>
              <a:buChar char="○"/>
            </a:pPr>
            <a:r>
              <a:rPr lang="en" sz="1800">
                <a:solidFill>
                  <a:schemeClr val="lt1"/>
                </a:solidFill>
                <a:latin typeface="Ubuntu"/>
                <a:ea typeface="Ubuntu"/>
                <a:cs typeface="Ubuntu"/>
                <a:sym typeface="Ubuntu"/>
              </a:rPr>
              <a:t>Thousands of other categories</a:t>
            </a:r>
            <a:endParaRPr sz="1800">
              <a:solidFill>
                <a:schemeClr val="lt1"/>
              </a:solidFill>
              <a:latin typeface="Krona One"/>
              <a:ea typeface="Krona One"/>
              <a:cs typeface="Krona One"/>
              <a:sym typeface="Krona On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2"/>
          <p:cNvSpPr/>
          <p:nvPr/>
        </p:nvSpPr>
        <p:spPr>
          <a:xfrm>
            <a:off x="1442250" y="4292812"/>
            <a:ext cx="701929" cy="701926"/>
          </a:xfrm>
          <a:custGeom>
            <a:rect b="b" l="l" r="r" t="t"/>
            <a:pathLst>
              <a:path extrusionOk="0" h="9498" w="9499">
                <a:moveTo>
                  <a:pt x="4749" y="0"/>
                </a:moveTo>
                <a:cubicBezTo>
                  <a:pt x="2126" y="0"/>
                  <a:pt x="0" y="2125"/>
                  <a:pt x="0" y="4749"/>
                </a:cubicBezTo>
                <a:cubicBezTo>
                  <a:pt x="0" y="7371"/>
                  <a:pt x="2126" y="9498"/>
                  <a:pt x="4749" y="9498"/>
                </a:cubicBezTo>
                <a:cubicBezTo>
                  <a:pt x="7373" y="9498"/>
                  <a:pt x="9499" y="7371"/>
                  <a:pt x="9499" y="4749"/>
                </a:cubicBezTo>
                <a:cubicBezTo>
                  <a:pt x="9499" y="2125"/>
                  <a:pt x="7373" y="0"/>
                  <a:pt x="4749" y="0"/>
                </a:cubicBezTo>
                <a:close/>
              </a:path>
            </a:pathLst>
          </a:custGeom>
          <a:solidFill>
            <a:srgbClr val="3365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4220913" y="4292812"/>
            <a:ext cx="701929" cy="701926"/>
          </a:xfrm>
          <a:custGeom>
            <a:rect b="b" l="l" r="r" t="t"/>
            <a:pathLst>
              <a:path extrusionOk="0" h="9498" w="9499">
                <a:moveTo>
                  <a:pt x="4749" y="0"/>
                </a:moveTo>
                <a:cubicBezTo>
                  <a:pt x="2126" y="0"/>
                  <a:pt x="0" y="2125"/>
                  <a:pt x="0" y="4749"/>
                </a:cubicBezTo>
                <a:cubicBezTo>
                  <a:pt x="0" y="7371"/>
                  <a:pt x="2126" y="9498"/>
                  <a:pt x="4749" y="9498"/>
                </a:cubicBezTo>
                <a:cubicBezTo>
                  <a:pt x="7373" y="9498"/>
                  <a:pt x="9499" y="7371"/>
                  <a:pt x="9499" y="4749"/>
                </a:cubicBezTo>
                <a:cubicBezTo>
                  <a:pt x="9499" y="2125"/>
                  <a:pt x="7373" y="0"/>
                  <a:pt x="4749" y="0"/>
                </a:cubicBezTo>
                <a:close/>
              </a:path>
            </a:pathLst>
          </a:custGeom>
          <a:solidFill>
            <a:srgbClr val="3365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2"/>
          <p:cNvSpPr/>
          <p:nvPr/>
        </p:nvSpPr>
        <p:spPr>
          <a:xfrm>
            <a:off x="7054225" y="4292812"/>
            <a:ext cx="701929" cy="701926"/>
          </a:xfrm>
          <a:custGeom>
            <a:rect b="b" l="l" r="r" t="t"/>
            <a:pathLst>
              <a:path extrusionOk="0" h="9498" w="9499">
                <a:moveTo>
                  <a:pt x="4749" y="0"/>
                </a:moveTo>
                <a:cubicBezTo>
                  <a:pt x="2126" y="0"/>
                  <a:pt x="0" y="2125"/>
                  <a:pt x="0" y="4749"/>
                </a:cubicBezTo>
                <a:cubicBezTo>
                  <a:pt x="0" y="7371"/>
                  <a:pt x="2126" y="9498"/>
                  <a:pt x="4749" y="9498"/>
                </a:cubicBezTo>
                <a:cubicBezTo>
                  <a:pt x="7373" y="9498"/>
                  <a:pt x="9499" y="7371"/>
                  <a:pt x="9499" y="4749"/>
                </a:cubicBezTo>
                <a:cubicBezTo>
                  <a:pt x="9499" y="2125"/>
                  <a:pt x="7373" y="0"/>
                  <a:pt x="4749" y="0"/>
                </a:cubicBezTo>
                <a:close/>
              </a:path>
            </a:pathLst>
          </a:custGeom>
          <a:solidFill>
            <a:srgbClr val="3365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2"/>
          <p:cNvSpPr txBox="1"/>
          <p:nvPr/>
        </p:nvSpPr>
        <p:spPr>
          <a:xfrm>
            <a:off x="3630270" y="2036625"/>
            <a:ext cx="1883400" cy="40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Krona One"/>
                <a:ea typeface="Krona One"/>
                <a:cs typeface="Krona One"/>
                <a:sym typeface="Krona One"/>
              </a:rPr>
              <a:t>VGG 16</a:t>
            </a:r>
            <a:endParaRPr sz="2000">
              <a:solidFill>
                <a:schemeClr val="lt1"/>
              </a:solidFill>
              <a:latin typeface="Krona One"/>
              <a:ea typeface="Krona One"/>
              <a:cs typeface="Krona One"/>
              <a:sym typeface="Krona One"/>
            </a:endParaRPr>
          </a:p>
        </p:txBody>
      </p:sp>
      <p:sp>
        <p:nvSpPr>
          <p:cNvPr id="498" name="Google Shape;498;p22"/>
          <p:cNvSpPr txBox="1"/>
          <p:nvPr/>
        </p:nvSpPr>
        <p:spPr>
          <a:xfrm>
            <a:off x="3786570" y="3032038"/>
            <a:ext cx="1570800" cy="29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Krona One"/>
                <a:ea typeface="Krona One"/>
                <a:cs typeface="Krona One"/>
                <a:sym typeface="Krona One"/>
              </a:rPr>
              <a:t>Training</a:t>
            </a:r>
            <a:endParaRPr sz="1200">
              <a:solidFill>
                <a:schemeClr val="dk1"/>
              </a:solidFill>
              <a:latin typeface="Krona One"/>
              <a:ea typeface="Krona One"/>
              <a:cs typeface="Krona One"/>
              <a:sym typeface="Krona One"/>
            </a:endParaRPr>
          </a:p>
        </p:txBody>
      </p:sp>
      <p:sp>
        <p:nvSpPr>
          <p:cNvPr id="499" name="Google Shape;499;p22"/>
          <p:cNvSpPr txBox="1"/>
          <p:nvPr/>
        </p:nvSpPr>
        <p:spPr>
          <a:xfrm>
            <a:off x="3546120" y="3635578"/>
            <a:ext cx="2051700" cy="3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buntu"/>
                <a:ea typeface="Ubuntu"/>
                <a:cs typeface="Ubuntu"/>
                <a:sym typeface="Ubuntu"/>
              </a:rPr>
              <a:t>14 million images, studied 74 times</a:t>
            </a:r>
            <a:endParaRPr>
              <a:solidFill>
                <a:schemeClr val="lt1"/>
              </a:solidFill>
              <a:latin typeface="Ubuntu"/>
              <a:ea typeface="Ubuntu"/>
              <a:cs typeface="Ubuntu"/>
              <a:sym typeface="Ubuntu"/>
            </a:endParaRPr>
          </a:p>
        </p:txBody>
      </p:sp>
      <p:sp>
        <p:nvSpPr>
          <p:cNvPr id="500" name="Google Shape;500;p22"/>
          <p:cNvSpPr txBox="1"/>
          <p:nvPr/>
        </p:nvSpPr>
        <p:spPr>
          <a:xfrm>
            <a:off x="6619800" y="3032050"/>
            <a:ext cx="1570800" cy="29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Krona One"/>
                <a:ea typeface="Krona One"/>
                <a:cs typeface="Krona One"/>
                <a:sym typeface="Krona One"/>
              </a:rPr>
              <a:t>Accuracy</a:t>
            </a:r>
            <a:endParaRPr sz="1200">
              <a:solidFill>
                <a:schemeClr val="dk1"/>
              </a:solidFill>
              <a:latin typeface="Krona One"/>
              <a:ea typeface="Krona One"/>
              <a:cs typeface="Krona One"/>
              <a:sym typeface="Krona One"/>
            </a:endParaRPr>
          </a:p>
        </p:txBody>
      </p:sp>
      <p:sp>
        <p:nvSpPr>
          <p:cNvPr id="501" name="Google Shape;501;p22"/>
          <p:cNvSpPr txBox="1"/>
          <p:nvPr/>
        </p:nvSpPr>
        <p:spPr>
          <a:xfrm>
            <a:off x="6240650" y="3635575"/>
            <a:ext cx="2190000" cy="3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buntu"/>
                <a:ea typeface="Ubuntu"/>
                <a:cs typeface="Ubuntu"/>
                <a:sym typeface="Ubuntu"/>
              </a:rPr>
              <a:t>95% accurate in distinguishing between our three categories</a:t>
            </a:r>
            <a:endParaRPr>
              <a:solidFill>
                <a:schemeClr val="lt1"/>
              </a:solidFill>
              <a:latin typeface="Ubuntu"/>
              <a:ea typeface="Ubuntu"/>
              <a:cs typeface="Ubuntu"/>
              <a:sym typeface="Ubuntu"/>
            </a:endParaRPr>
          </a:p>
        </p:txBody>
      </p:sp>
      <p:sp>
        <p:nvSpPr>
          <p:cNvPr id="502" name="Google Shape;502;p22"/>
          <p:cNvSpPr txBox="1"/>
          <p:nvPr/>
        </p:nvSpPr>
        <p:spPr>
          <a:xfrm>
            <a:off x="1007825" y="3032098"/>
            <a:ext cx="1570800" cy="29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Krona One"/>
                <a:ea typeface="Krona One"/>
                <a:cs typeface="Krona One"/>
                <a:sym typeface="Krona One"/>
              </a:rPr>
              <a:t>Categories</a:t>
            </a:r>
            <a:endParaRPr sz="1200">
              <a:solidFill>
                <a:schemeClr val="dk1"/>
              </a:solidFill>
              <a:latin typeface="Krona One"/>
              <a:ea typeface="Krona One"/>
              <a:cs typeface="Krona One"/>
              <a:sym typeface="Krona One"/>
            </a:endParaRPr>
          </a:p>
        </p:txBody>
      </p:sp>
      <p:sp>
        <p:nvSpPr>
          <p:cNvPr id="503" name="Google Shape;503;p22"/>
          <p:cNvSpPr txBox="1"/>
          <p:nvPr/>
        </p:nvSpPr>
        <p:spPr>
          <a:xfrm>
            <a:off x="865621" y="3635578"/>
            <a:ext cx="1855200" cy="3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buntu"/>
                <a:ea typeface="Ubuntu"/>
                <a:cs typeface="Ubuntu"/>
                <a:sym typeface="Ubuntu"/>
              </a:rPr>
              <a:t>20,000+ to </a:t>
            </a:r>
            <a:r>
              <a:rPr lang="en">
                <a:solidFill>
                  <a:schemeClr val="lt1"/>
                </a:solidFill>
                <a:latin typeface="Ubuntu"/>
                <a:ea typeface="Ubuntu"/>
                <a:cs typeface="Ubuntu"/>
                <a:sym typeface="Ubuntu"/>
              </a:rPr>
              <a:t>distinguish</a:t>
            </a:r>
            <a:r>
              <a:rPr lang="en">
                <a:solidFill>
                  <a:schemeClr val="lt1"/>
                </a:solidFill>
                <a:latin typeface="Ubuntu"/>
                <a:ea typeface="Ubuntu"/>
                <a:cs typeface="Ubuntu"/>
                <a:sym typeface="Ubuntu"/>
              </a:rPr>
              <a:t> between</a:t>
            </a:r>
            <a:endParaRPr>
              <a:solidFill>
                <a:schemeClr val="lt1"/>
              </a:solidFill>
              <a:latin typeface="Ubuntu"/>
              <a:ea typeface="Ubuntu"/>
              <a:cs typeface="Ubuntu"/>
              <a:sym typeface="Ubuntu"/>
            </a:endParaRPr>
          </a:p>
        </p:txBody>
      </p:sp>
      <p:cxnSp>
        <p:nvCxnSpPr>
          <p:cNvPr id="504" name="Google Shape;504;p22"/>
          <p:cNvCxnSpPr>
            <a:stCxn id="497" idx="1"/>
            <a:endCxn id="502" idx="0"/>
          </p:cNvCxnSpPr>
          <p:nvPr/>
        </p:nvCxnSpPr>
        <p:spPr>
          <a:xfrm flipH="1">
            <a:off x="1793370" y="2238375"/>
            <a:ext cx="1836900" cy="793800"/>
          </a:xfrm>
          <a:prstGeom prst="bentConnector2">
            <a:avLst/>
          </a:prstGeom>
          <a:noFill/>
          <a:ln cap="flat" cmpd="sng" w="38100">
            <a:solidFill>
              <a:srgbClr val="FFFFFF"/>
            </a:solidFill>
            <a:prstDash val="dash"/>
            <a:round/>
            <a:headEnd len="med" w="med" type="none"/>
            <a:tailEnd len="med" w="med" type="none"/>
          </a:ln>
        </p:spPr>
      </p:cxnSp>
      <p:cxnSp>
        <p:nvCxnSpPr>
          <p:cNvPr id="505" name="Google Shape;505;p22"/>
          <p:cNvCxnSpPr>
            <a:stCxn id="497" idx="2"/>
            <a:endCxn id="498" idx="0"/>
          </p:cNvCxnSpPr>
          <p:nvPr/>
        </p:nvCxnSpPr>
        <p:spPr>
          <a:xfrm flipH="1" rot="-5400000">
            <a:off x="4276320" y="2735775"/>
            <a:ext cx="591900" cy="600"/>
          </a:xfrm>
          <a:prstGeom prst="bentConnector3">
            <a:avLst>
              <a:gd fmla="val 50001" name="adj1"/>
            </a:avLst>
          </a:prstGeom>
          <a:noFill/>
          <a:ln cap="flat" cmpd="sng" w="38100">
            <a:solidFill>
              <a:srgbClr val="FFFFFF"/>
            </a:solidFill>
            <a:prstDash val="dash"/>
            <a:round/>
            <a:headEnd len="med" w="med" type="none"/>
            <a:tailEnd len="med" w="med" type="none"/>
          </a:ln>
        </p:spPr>
      </p:cxnSp>
      <p:cxnSp>
        <p:nvCxnSpPr>
          <p:cNvPr id="506" name="Google Shape;506;p22"/>
          <p:cNvCxnSpPr>
            <a:stCxn id="497" idx="3"/>
            <a:endCxn id="500" idx="0"/>
          </p:cNvCxnSpPr>
          <p:nvPr/>
        </p:nvCxnSpPr>
        <p:spPr>
          <a:xfrm>
            <a:off x="5513670" y="2238375"/>
            <a:ext cx="1891500" cy="793800"/>
          </a:xfrm>
          <a:prstGeom prst="bentConnector2">
            <a:avLst/>
          </a:prstGeom>
          <a:noFill/>
          <a:ln cap="flat" cmpd="sng" w="38100">
            <a:solidFill>
              <a:srgbClr val="FFFFFF"/>
            </a:solidFill>
            <a:prstDash val="dash"/>
            <a:round/>
            <a:headEnd len="med" w="med" type="none"/>
            <a:tailEnd len="med" w="med" type="none"/>
          </a:ln>
        </p:spPr>
      </p:cxnSp>
      <p:grpSp>
        <p:nvGrpSpPr>
          <p:cNvPr id="507" name="Google Shape;507;p22"/>
          <p:cNvGrpSpPr/>
          <p:nvPr/>
        </p:nvGrpSpPr>
        <p:grpSpPr>
          <a:xfrm>
            <a:off x="7251082" y="4489665"/>
            <a:ext cx="308234" cy="308234"/>
            <a:chOff x="1487200" y="4993750"/>
            <a:chExt cx="483125" cy="483125"/>
          </a:xfrm>
        </p:grpSpPr>
        <p:sp>
          <p:nvSpPr>
            <p:cNvPr id="508" name="Google Shape;508;p22"/>
            <p:cNvSpPr/>
            <p:nvPr/>
          </p:nvSpPr>
          <p:spPr>
            <a:xfrm>
              <a:off x="1487200" y="4993750"/>
              <a:ext cx="483125" cy="483125"/>
            </a:xfrm>
            <a:custGeom>
              <a:rect b="b" l="l" r="r" t="t"/>
              <a:pathLst>
                <a:path extrusionOk="0" h="19325" w="19325">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9" name="Google Shape;509;p22"/>
            <p:cNvSpPr/>
            <p:nvPr/>
          </p:nvSpPr>
          <p:spPr>
            <a:xfrm>
              <a:off x="1602600" y="5143950"/>
              <a:ext cx="250350" cy="182725"/>
            </a:xfrm>
            <a:custGeom>
              <a:rect b="b" l="l" r="r" t="t"/>
              <a:pathLst>
                <a:path extrusionOk="0" h="7309" w="10014">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0" name="Google Shape;510;p22"/>
          <p:cNvGrpSpPr/>
          <p:nvPr/>
        </p:nvGrpSpPr>
        <p:grpSpPr>
          <a:xfrm>
            <a:off x="1622467" y="4538020"/>
            <a:ext cx="341488" cy="179405"/>
            <a:chOff x="2080675" y="352325"/>
            <a:chExt cx="485000" cy="254800"/>
          </a:xfrm>
        </p:grpSpPr>
        <p:sp>
          <p:nvSpPr>
            <p:cNvPr id="511" name="Google Shape;511;p22"/>
            <p:cNvSpPr/>
            <p:nvPr/>
          </p:nvSpPr>
          <p:spPr>
            <a:xfrm>
              <a:off x="2080675" y="352325"/>
              <a:ext cx="485000" cy="254800"/>
            </a:xfrm>
            <a:custGeom>
              <a:rect b="b" l="l" r="r" t="t"/>
              <a:pathLst>
                <a:path extrusionOk="0" h="10192" w="19400">
                  <a:moveTo>
                    <a:pt x="5514" y="2183"/>
                  </a:moveTo>
                  <a:cubicBezTo>
                    <a:pt x="4291" y="3932"/>
                    <a:pt x="4291" y="6254"/>
                    <a:pt x="5514" y="8002"/>
                  </a:cubicBezTo>
                  <a:cubicBezTo>
                    <a:pt x="4858" y="7685"/>
                    <a:pt x="4230" y="7320"/>
                    <a:pt x="3632" y="6909"/>
                  </a:cubicBezTo>
                  <a:cubicBezTo>
                    <a:pt x="2841" y="6368"/>
                    <a:pt x="2099" y="5762"/>
                    <a:pt x="1410" y="5097"/>
                  </a:cubicBezTo>
                  <a:cubicBezTo>
                    <a:pt x="2071" y="4454"/>
                    <a:pt x="3572" y="3126"/>
                    <a:pt x="5514" y="2183"/>
                  </a:cubicBezTo>
                  <a:close/>
                  <a:moveTo>
                    <a:pt x="13865" y="2171"/>
                  </a:moveTo>
                  <a:cubicBezTo>
                    <a:pt x="14527" y="2491"/>
                    <a:pt x="15167" y="2866"/>
                    <a:pt x="15774" y="3283"/>
                  </a:cubicBezTo>
                  <a:cubicBezTo>
                    <a:pt x="16562" y="3823"/>
                    <a:pt x="17304" y="4430"/>
                    <a:pt x="17996" y="5094"/>
                  </a:cubicBezTo>
                  <a:cubicBezTo>
                    <a:pt x="17307" y="5759"/>
                    <a:pt x="16565" y="6365"/>
                    <a:pt x="15774" y="6909"/>
                  </a:cubicBezTo>
                  <a:cubicBezTo>
                    <a:pt x="15167" y="7326"/>
                    <a:pt x="14530" y="7697"/>
                    <a:pt x="13865" y="8017"/>
                  </a:cubicBezTo>
                  <a:cubicBezTo>
                    <a:pt x="15097" y="6263"/>
                    <a:pt x="15097" y="3926"/>
                    <a:pt x="13865" y="2171"/>
                  </a:cubicBezTo>
                  <a:close/>
                  <a:moveTo>
                    <a:pt x="9801" y="1133"/>
                  </a:moveTo>
                  <a:cubicBezTo>
                    <a:pt x="11948" y="1190"/>
                    <a:pt x="13657" y="2947"/>
                    <a:pt x="13657" y="5091"/>
                  </a:cubicBezTo>
                  <a:cubicBezTo>
                    <a:pt x="13657" y="7238"/>
                    <a:pt x="11948" y="8995"/>
                    <a:pt x="9801" y="9053"/>
                  </a:cubicBezTo>
                  <a:lnTo>
                    <a:pt x="9566" y="9053"/>
                  </a:lnTo>
                  <a:cubicBezTo>
                    <a:pt x="7431" y="8983"/>
                    <a:pt x="5734" y="7232"/>
                    <a:pt x="5728" y="5094"/>
                  </a:cubicBezTo>
                  <a:cubicBezTo>
                    <a:pt x="5731" y="2947"/>
                    <a:pt x="7440" y="1190"/>
                    <a:pt x="9587" y="1133"/>
                  </a:cubicBezTo>
                  <a:close/>
                  <a:moveTo>
                    <a:pt x="9557" y="0"/>
                  </a:moveTo>
                  <a:cubicBezTo>
                    <a:pt x="7440" y="37"/>
                    <a:pt x="5166" y="852"/>
                    <a:pt x="2965" y="2362"/>
                  </a:cubicBezTo>
                  <a:cubicBezTo>
                    <a:pt x="1283" y="3518"/>
                    <a:pt x="239" y="4665"/>
                    <a:pt x="196" y="4714"/>
                  </a:cubicBezTo>
                  <a:cubicBezTo>
                    <a:pt x="0" y="4928"/>
                    <a:pt x="0" y="5257"/>
                    <a:pt x="196" y="5472"/>
                  </a:cubicBezTo>
                  <a:cubicBezTo>
                    <a:pt x="239" y="5523"/>
                    <a:pt x="1283" y="6670"/>
                    <a:pt x="2965" y="7827"/>
                  </a:cubicBezTo>
                  <a:cubicBezTo>
                    <a:pt x="5166" y="9337"/>
                    <a:pt x="7440" y="10149"/>
                    <a:pt x="9557" y="10188"/>
                  </a:cubicBezTo>
                  <a:cubicBezTo>
                    <a:pt x="9602" y="10188"/>
                    <a:pt x="9647" y="10191"/>
                    <a:pt x="9692" y="10191"/>
                  </a:cubicBezTo>
                  <a:lnTo>
                    <a:pt x="9717" y="10191"/>
                  </a:lnTo>
                  <a:cubicBezTo>
                    <a:pt x="11869" y="10185"/>
                    <a:pt x="14194" y="9367"/>
                    <a:pt x="16435" y="7827"/>
                  </a:cubicBezTo>
                  <a:cubicBezTo>
                    <a:pt x="18120" y="6670"/>
                    <a:pt x="19161" y="5523"/>
                    <a:pt x="19207" y="5475"/>
                  </a:cubicBezTo>
                  <a:cubicBezTo>
                    <a:pt x="19400" y="5257"/>
                    <a:pt x="19400" y="4931"/>
                    <a:pt x="19207" y="4714"/>
                  </a:cubicBezTo>
                  <a:cubicBezTo>
                    <a:pt x="19161" y="4665"/>
                    <a:pt x="18120" y="3521"/>
                    <a:pt x="16435" y="2365"/>
                  </a:cubicBezTo>
                  <a:cubicBezTo>
                    <a:pt x="14191" y="822"/>
                    <a:pt x="11869" y="6"/>
                    <a:pt x="97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2" name="Google Shape;512;p22"/>
            <p:cNvSpPr/>
            <p:nvPr/>
          </p:nvSpPr>
          <p:spPr>
            <a:xfrm>
              <a:off x="2246650" y="408900"/>
              <a:ext cx="147075" cy="141600"/>
            </a:xfrm>
            <a:custGeom>
              <a:rect b="b" l="l" r="r" t="t"/>
              <a:pathLst>
                <a:path extrusionOk="0" h="5664" w="5883">
                  <a:moveTo>
                    <a:pt x="3054" y="1132"/>
                  </a:moveTo>
                  <a:cubicBezTo>
                    <a:pt x="3495" y="1132"/>
                    <a:pt x="3930" y="1304"/>
                    <a:pt x="4255" y="1630"/>
                  </a:cubicBezTo>
                  <a:cubicBezTo>
                    <a:pt x="4738" y="2116"/>
                    <a:pt x="4886" y="2846"/>
                    <a:pt x="4624" y="3480"/>
                  </a:cubicBezTo>
                  <a:cubicBezTo>
                    <a:pt x="4358" y="4115"/>
                    <a:pt x="3739" y="4531"/>
                    <a:pt x="3053" y="4531"/>
                  </a:cubicBezTo>
                  <a:cubicBezTo>
                    <a:pt x="2114" y="4528"/>
                    <a:pt x="1357" y="3770"/>
                    <a:pt x="1353" y="2831"/>
                  </a:cubicBezTo>
                  <a:cubicBezTo>
                    <a:pt x="1353" y="2143"/>
                    <a:pt x="1767" y="1524"/>
                    <a:pt x="2404" y="1261"/>
                  </a:cubicBezTo>
                  <a:cubicBezTo>
                    <a:pt x="2614" y="1174"/>
                    <a:pt x="2835" y="1132"/>
                    <a:pt x="3054" y="1132"/>
                  </a:cubicBezTo>
                  <a:close/>
                  <a:moveTo>
                    <a:pt x="3053" y="1"/>
                  </a:moveTo>
                  <a:cubicBezTo>
                    <a:pt x="2316" y="1"/>
                    <a:pt x="1593" y="288"/>
                    <a:pt x="1052" y="829"/>
                  </a:cubicBezTo>
                  <a:cubicBezTo>
                    <a:pt x="242" y="1639"/>
                    <a:pt x="1" y="2855"/>
                    <a:pt x="439" y="3915"/>
                  </a:cubicBezTo>
                  <a:cubicBezTo>
                    <a:pt x="876" y="4972"/>
                    <a:pt x="1909" y="5663"/>
                    <a:pt x="3053" y="5663"/>
                  </a:cubicBezTo>
                  <a:cubicBezTo>
                    <a:pt x="4614" y="5660"/>
                    <a:pt x="5883" y="4395"/>
                    <a:pt x="5883" y="2831"/>
                  </a:cubicBezTo>
                  <a:cubicBezTo>
                    <a:pt x="5883" y="1687"/>
                    <a:pt x="5194" y="654"/>
                    <a:pt x="4137" y="216"/>
                  </a:cubicBezTo>
                  <a:cubicBezTo>
                    <a:pt x="3786" y="71"/>
                    <a:pt x="3418" y="1"/>
                    <a:pt x="30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13" name="Google Shape;513;p22"/>
          <p:cNvSpPr/>
          <p:nvPr/>
        </p:nvSpPr>
        <p:spPr>
          <a:xfrm>
            <a:off x="4385009" y="4457551"/>
            <a:ext cx="373766" cy="340357"/>
          </a:xfrm>
          <a:custGeom>
            <a:rect b="b" l="l" r="r" t="t"/>
            <a:pathLst>
              <a:path extrusionOk="0" h="11563" w="12698">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4" name="Google Shape;514;p22"/>
          <p:cNvPicPr preferRelativeResize="0"/>
          <p:nvPr/>
        </p:nvPicPr>
        <p:blipFill>
          <a:blip r:embed="rId3">
            <a:alphaModFix/>
          </a:blip>
          <a:stretch>
            <a:fillRect/>
          </a:stretch>
        </p:blipFill>
        <p:spPr>
          <a:xfrm>
            <a:off x="1205813" y="739575"/>
            <a:ext cx="6732149" cy="1033575"/>
          </a:xfrm>
          <a:prstGeom prst="rect">
            <a:avLst/>
          </a:prstGeom>
          <a:noFill/>
          <a:ln>
            <a:noFill/>
          </a:ln>
        </p:spPr>
      </p:pic>
      <p:sp>
        <p:nvSpPr>
          <p:cNvPr id="515" name="Google Shape;515;p22"/>
          <p:cNvSpPr txBox="1"/>
          <p:nvPr>
            <p:ph type="title"/>
          </p:nvPr>
        </p:nvSpPr>
        <p:spPr>
          <a:xfrm>
            <a:off x="713232" y="1746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Expert Model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3"/>
          <p:cNvSpPr txBox="1"/>
          <p:nvPr>
            <p:ph type="title"/>
          </p:nvPr>
        </p:nvSpPr>
        <p:spPr>
          <a:xfrm>
            <a:off x="713232" y="25081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YOLO Model</a:t>
            </a:r>
            <a:endParaRPr/>
          </a:p>
        </p:txBody>
      </p:sp>
      <p:sp>
        <p:nvSpPr>
          <p:cNvPr id="521" name="Google Shape;521;p23"/>
          <p:cNvSpPr txBox="1"/>
          <p:nvPr/>
        </p:nvSpPr>
        <p:spPr>
          <a:xfrm>
            <a:off x="560600" y="4036625"/>
            <a:ext cx="2213700" cy="40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Krona One"/>
                <a:ea typeface="Krona One"/>
                <a:cs typeface="Krona One"/>
                <a:sym typeface="Krona One"/>
              </a:rPr>
              <a:t>N x N grid on input</a:t>
            </a:r>
            <a:endParaRPr sz="1200">
              <a:solidFill>
                <a:schemeClr val="lt1"/>
              </a:solidFill>
              <a:latin typeface="Krona One"/>
              <a:ea typeface="Krona One"/>
              <a:cs typeface="Krona One"/>
              <a:sym typeface="Krona One"/>
            </a:endParaRPr>
          </a:p>
        </p:txBody>
      </p:sp>
      <p:sp>
        <p:nvSpPr>
          <p:cNvPr id="522" name="Google Shape;522;p23"/>
          <p:cNvSpPr txBox="1"/>
          <p:nvPr/>
        </p:nvSpPr>
        <p:spPr>
          <a:xfrm>
            <a:off x="637013" y="4524403"/>
            <a:ext cx="2061000" cy="51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buntu"/>
                <a:ea typeface="Ubuntu"/>
                <a:cs typeface="Ubuntu"/>
                <a:sym typeface="Ubuntu"/>
              </a:rPr>
              <a:t>Like the sliding window model</a:t>
            </a:r>
            <a:endParaRPr>
              <a:solidFill>
                <a:schemeClr val="lt1"/>
              </a:solidFill>
              <a:latin typeface="Ubuntu"/>
              <a:ea typeface="Ubuntu"/>
              <a:cs typeface="Ubuntu"/>
              <a:sym typeface="Ubuntu"/>
            </a:endParaRPr>
          </a:p>
        </p:txBody>
      </p:sp>
      <p:sp>
        <p:nvSpPr>
          <p:cNvPr id="523" name="Google Shape;523;p23"/>
          <p:cNvSpPr txBox="1"/>
          <p:nvPr/>
        </p:nvSpPr>
        <p:spPr>
          <a:xfrm>
            <a:off x="1099938" y="853100"/>
            <a:ext cx="1135200" cy="40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4"/>
                </a:solidFill>
                <a:latin typeface="Krona One"/>
                <a:ea typeface="Krona One"/>
                <a:cs typeface="Krona One"/>
                <a:sym typeface="Krona One"/>
              </a:rPr>
              <a:t>STEP 1</a:t>
            </a:r>
            <a:endParaRPr sz="1200">
              <a:solidFill>
                <a:schemeClr val="accent4"/>
              </a:solidFill>
              <a:latin typeface="Krona One"/>
              <a:ea typeface="Krona One"/>
              <a:cs typeface="Krona One"/>
              <a:sym typeface="Krona One"/>
            </a:endParaRPr>
          </a:p>
        </p:txBody>
      </p:sp>
      <p:sp>
        <p:nvSpPr>
          <p:cNvPr id="524" name="Google Shape;524;p23"/>
          <p:cNvSpPr txBox="1"/>
          <p:nvPr/>
        </p:nvSpPr>
        <p:spPr>
          <a:xfrm>
            <a:off x="3465150" y="4040675"/>
            <a:ext cx="2213700" cy="1023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Krona One"/>
                <a:ea typeface="Krona One"/>
                <a:cs typeface="Krona One"/>
                <a:sym typeface="Krona One"/>
              </a:rPr>
              <a:t>Bounding Boxes + Confidence</a:t>
            </a:r>
            <a:endParaRPr sz="1200">
              <a:solidFill>
                <a:schemeClr val="lt1"/>
              </a:solidFill>
              <a:latin typeface="Krona One"/>
              <a:ea typeface="Krona One"/>
              <a:cs typeface="Krona One"/>
              <a:sym typeface="Krona One"/>
            </a:endParaRPr>
          </a:p>
          <a:p>
            <a:pPr indent="0" lvl="0" marL="0" rtl="0" algn="ctr">
              <a:spcBef>
                <a:spcPts val="0"/>
              </a:spcBef>
              <a:spcAft>
                <a:spcPts val="0"/>
              </a:spcAft>
              <a:buNone/>
            </a:pPr>
            <a:r>
              <a:t/>
            </a:r>
            <a:endParaRPr sz="1000">
              <a:solidFill>
                <a:schemeClr val="lt1"/>
              </a:solidFill>
              <a:latin typeface="Krona One"/>
              <a:ea typeface="Krona One"/>
              <a:cs typeface="Krona One"/>
              <a:sym typeface="Krona One"/>
            </a:endParaRPr>
          </a:p>
          <a:p>
            <a:pPr indent="0" lvl="0" marL="0" rtl="0" algn="ctr">
              <a:spcBef>
                <a:spcPts val="0"/>
              </a:spcBef>
              <a:spcAft>
                <a:spcPts val="0"/>
              </a:spcAft>
              <a:buNone/>
            </a:pPr>
            <a:r>
              <a:rPr lang="en" sz="1200">
                <a:solidFill>
                  <a:schemeClr val="lt1"/>
                </a:solidFill>
                <a:latin typeface="Krona One"/>
                <a:ea typeface="Krona One"/>
                <a:cs typeface="Krona One"/>
                <a:sym typeface="Krona One"/>
              </a:rPr>
              <a:t>Class Probability Map</a:t>
            </a:r>
            <a:endParaRPr sz="1200">
              <a:solidFill>
                <a:schemeClr val="lt1"/>
              </a:solidFill>
              <a:latin typeface="Krona One"/>
              <a:ea typeface="Krona One"/>
              <a:cs typeface="Krona One"/>
              <a:sym typeface="Krona One"/>
            </a:endParaRPr>
          </a:p>
        </p:txBody>
      </p:sp>
      <p:sp>
        <p:nvSpPr>
          <p:cNvPr id="525" name="Google Shape;525;p23"/>
          <p:cNvSpPr txBox="1"/>
          <p:nvPr/>
        </p:nvSpPr>
        <p:spPr>
          <a:xfrm>
            <a:off x="4004363" y="853100"/>
            <a:ext cx="1135200" cy="40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4"/>
                </a:solidFill>
                <a:latin typeface="Krona One"/>
                <a:ea typeface="Krona One"/>
                <a:cs typeface="Krona One"/>
                <a:sym typeface="Krona One"/>
              </a:rPr>
              <a:t>STEP 2</a:t>
            </a:r>
            <a:endParaRPr sz="1200">
              <a:solidFill>
                <a:schemeClr val="accent4"/>
              </a:solidFill>
              <a:latin typeface="Krona One"/>
              <a:ea typeface="Krona One"/>
              <a:cs typeface="Krona One"/>
              <a:sym typeface="Krona One"/>
            </a:endParaRPr>
          </a:p>
        </p:txBody>
      </p:sp>
      <p:sp>
        <p:nvSpPr>
          <p:cNvPr id="526" name="Google Shape;526;p23"/>
          <p:cNvSpPr txBox="1"/>
          <p:nvPr/>
        </p:nvSpPr>
        <p:spPr>
          <a:xfrm>
            <a:off x="6369625" y="4036625"/>
            <a:ext cx="2213700" cy="40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Krona One"/>
                <a:ea typeface="Krona One"/>
                <a:cs typeface="Krona One"/>
                <a:sym typeface="Krona One"/>
              </a:rPr>
              <a:t>Final Detections</a:t>
            </a:r>
            <a:endParaRPr sz="1200">
              <a:solidFill>
                <a:schemeClr val="lt1"/>
              </a:solidFill>
              <a:latin typeface="Krona One"/>
              <a:ea typeface="Krona One"/>
              <a:cs typeface="Krona One"/>
              <a:sym typeface="Krona One"/>
            </a:endParaRPr>
          </a:p>
        </p:txBody>
      </p:sp>
      <p:sp>
        <p:nvSpPr>
          <p:cNvPr id="527" name="Google Shape;527;p23"/>
          <p:cNvSpPr txBox="1"/>
          <p:nvPr/>
        </p:nvSpPr>
        <p:spPr>
          <a:xfrm>
            <a:off x="6873288" y="853100"/>
            <a:ext cx="1135200" cy="40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4"/>
                </a:solidFill>
                <a:latin typeface="Krona One"/>
                <a:ea typeface="Krona One"/>
                <a:cs typeface="Krona One"/>
                <a:sym typeface="Krona One"/>
              </a:rPr>
              <a:t>STEP 3</a:t>
            </a:r>
            <a:endParaRPr sz="1200">
              <a:solidFill>
                <a:schemeClr val="accent4"/>
              </a:solidFill>
              <a:latin typeface="Krona One"/>
              <a:ea typeface="Krona One"/>
              <a:cs typeface="Krona One"/>
              <a:sym typeface="Krona One"/>
            </a:endParaRPr>
          </a:p>
        </p:txBody>
      </p:sp>
      <p:pic>
        <p:nvPicPr>
          <p:cNvPr id="528" name="Google Shape;528;p23"/>
          <p:cNvPicPr preferRelativeResize="0"/>
          <p:nvPr/>
        </p:nvPicPr>
        <p:blipFill>
          <a:blip r:embed="rId3">
            <a:alphaModFix/>
          </a:blip>
          <a:stretch>
            <a:fillRect/>
          </a:stretch>
        </p:blipFill>
        <p:spPr>
          <a:xfrm>
            <a:off x="636950" y="1654213"/>
            <a:ext cx="2061000" cy="2061000"/>
          </a:xfrm>
          <a:prstGeom prst="rect">
            <a:avLst/>
          </a:prstGeom>
          <a:noFill/>
          <a:ln>
            <a:noFill/>
          </a:ln>
        </p:spPr>
      </p:pic>
      <p:pic>
        <p:nvPicPr>
          <p:cNvPr id="529" name="Google Shape;529;p23"/>
          <p:cNvPicPr preferRelativeResize="0"/>
          <p:nvPr/>
        </p:nvPicPr>
        <p:blipFill>
          <a:blip r:embed="rId4">
            <a:alphaModFix/>
          </a:blip>
          <a:stretch>
            <a:fillRect/>
          </a:stretch>
        </p:blipFill>
        <p:spPr>
          <a:xfrm>
            <a:off x="3968863" y="1437938"/>
            <a:ext cx="1217675" cy="1213712"/>
          </a:xfrm>
          <a:prstGeom prst="rect">
            <a:avLst/>
          </a:prstGeom>
          <a:noFill/>
          <a:ln>
            <a:noFill/>
          </a:ln>
        </p:spPr>
      </p:pic>
      <p:pic>
        <p:nvPicPr>
          <p:cNvPr id="530" name="Google Shape;530;p23"/>
          <p:cNvPicPr preferRelativeResize="0"/>
          <p:nvPr/>
        </p:nvPicPr>
        <p:blipFill>
          <a:blip r:embed="rId5">
            <a:alphaModFix/>
          </a:blip>
          <a:stretch>
            <a:fillRect/>
          </a:stretch>
        </p:blipFill>
        <p:spPr>
          <a:xfrm>
            <a:off x="3963137" y="2727851"/>
            <a:ext cx="1217650" cy="1213654"/>
          </a:xfrm>
          <a:prstGeom prst="rect">
            <a:avLst/>
          </a:prstGeom>
          <a:noFill/>
          <a:ln>
            <a:noFill/>
          </a:ln>
        </p:spPr>
      </p:pic>
      <p:pic>
        <p:nvPicPr>
          <p:cNvPr id="531" name="Google Shape;531;p23"/>
          <p:cNvPicPr preferRelativeResize="0"/>
          <p:nvPr/>
        </p:nvPicPr>
        <p:blipFill>
          <a:blip r:embed="rId6">
            <a:alphaModFix/>
          </a:blip>
          <a:stretch>
            <a:fillRect/>
          </a:stretch>
        </p:blipFill>
        <p:spPr>
          <a:xfrm>
            <a:off x="6410401" y="1590975"/>
            <a:ext cx="2061000" cy="2047527"/>
          </a:xfrm>
          <a:prstGeom prst="rect">
            <a:avLst/>
          </a:prstGeom>
          <a:noFill/>
          <a:ln>
            <a:noFill/>
          </a:ln>
        </p:spPr>
      </p:pic>
      <p:sp>
        <p:nvSpPr>
          <p:cNvPr id="532" name="Google Shape;532;p23"/>
          <p:cNvSpPr/>
          <p:nvPr/>
        </p:nvSpPr>
        <p:spPr>
          <a:xfrm rot="-1800629">
            <a:off x="2966895" y="1971776"/>
            <a:ext cx="754561" cy="323251"/>
          </a:xfrm>
          <a:prstGeom prst="rightArrow">
            <a:avLst>
              <a:gd fmla="val 50000" name="adj1"/>
              <a:gd fmla="val 50000" name="adj2"/>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buntu"/>
              <a:ea typeface="Ubuntu"/>
              <a:cs typeface="Ubuntu"/>
              <a:sym typeface="Ubuntu"/>
            </a:endParaRPr>
          </a:p>
        </p:txBody>
      </p:sp>
      <p:sp>
        <p:nvSpPr>
          <p:cNvPr id="533" name="Google Shape;533;p23"/>
          <p:cNvSpPr/>
          <p:nvPr/>
        </p:nvSpPr>
        <p:spPr>
          <a:xfrm rot="-1800629">
            <a:off x="5418320" y="3092751"/>
            <a:ext cx="754561" cy="323251"/>
          </a:xfrm>
          <a:prstGeom prst="rightArrow">
            <a:avLst>
              <a:gd fmla="val 50000" name="adj1"/>
              <a:gd fmla="val 50000" name="adj2"/>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buntu"/>
              <a:ea typeface="Ubuntu"/>
              <a:cs typeface="Ubuntu"/>
              <a:sym typeface="Ubuntu"/>
            </a:endParaRPr>
          </a:p>
        </p:txBody>
      </p:sp>
      <p:sp>
        <p:nvSpPr>
          <p:cNvPr id="534" name="Google Shape;534;p23"/>
          <p:cNvSpPr/>
          <p:nvPr/>
        </p:nvSpPr>
        <p:spPr>
          <a:xfrm rot="1901196">
            <a:off x="5435366" y="1883150"/>
            <a:ext cx="754465" cy="323028"/>
          </a:xfrm>
          <a:prstGeom prst="rightArrow">
            <a:avLst>
              <a:gd fmla="val 50000" name="adj1"/>
              <a:gd fmla="val 50000" name="adj2"/>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buntu"/>
              <a:ea typeface="Ubuntu"/>
              <a:cs typeface="Ubuntu"/>
              <a:sym typeface="Ubuntu"/>
            </a:endParaRPr>
          </a:p>
        </p:txBody>
      </p:sp>
      <p:sp>
        <p:nvSpPr>
          <p:cNvPr id="535" name="Google Shape;535;p23"/>
          <p:cNvSpPr/>
          <p:nvPr/>
        </p:nvSpPr>
        <p:spPr>
          <a:xfrm rot="1901196">
            <a:off x="2953304" y="3089837"/>
            <a:ext cx="754465" cy="323028"/>
          </a:xfrm>
          <a:prstGeom prst="rightArrow">
            <a:avLst>
              <a:gd fmla="val 50000" name="adj1"/>
              <a:gd fmla="val 50000" name="adj2"/>
            </a:avLst>
          </a:prstGeom>
          <a:solidFill>
            <a:schemeClr val="dk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buntu"/>
              <a:ea typeface="Ubuntu"/>
              <a:cs typeface="Ubuntu"/>
              <a:sym typeface="Ubuntu"/>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4"/>
          <p:cNvSpPr txBox="1"/>
          <p:nvPr>
            <p:ph type="title"/>
          </p:nvPr>
        </p:nvSpPr>
        <p:spPr>
          <a:xfrm>
            <a:off x="546932" y="197863"/>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Non-Maximal </a:t>
            </a:r>
            <a:r>
              <a:rPr lang="en"/>
              <a:t>Suppression</a:t>
            </a:r>
            <a:endParaRPr sz="1100"/>
          </a:p>
        </p:txBody>
      </p:sp>
      <p:grpSp>
        <p:nvGrpSpPr>
          <p:cNvPr id="541" name="Google Shape;541;p24"/>
          <p:cNvGrpSpPr/>
          <p:nvPr/>
        </p:nvGrpSpPr>
        <p:grpSpPr>
          <a:xfrm>
            <a:off x="591900" y="3459550"/>
            <a:ext cx="2303575" cy="1531550"/>
            <a:chOff x="546925" y="2978450"/>
            <a:chExt cx="2303575" cy="1531550"/>
          </a:xfrm>
        </p:grpSpPr>
        <p:grpSp>
          <p:nvGrpSpPr>
            <p:cNvPr id="542" name="Google Shape;542;p24"/>
            <p:cNvGrpSpPr/>
            <p:nvPr/>
          </p:nvGrpSpPr>
          <p:grpSpPr>
            <a:xfrm>
              <a:off x="546925" y="3579425"/>
              <a:ext cx="2303575" cy="930575"/>
              <a:chOff x="496450" y="3526175"/>
              <a:chExt cx="2303575" cy="930575"/>
            </a:xfrm>
          </p:grpSpPr>
          <p:sp>
            <p:nvSpPr>
              <p:cNvPr id="543" name="Google Shape;543;p24"/>
              <p:cNvSpPr txBox="1"/>
              <p:nvPr/>
            </p:nvSpPr>
            <p:spPr>
              <a:xfrm>
                <a:off x="586325" y="3526175"/>
                <a:ext cx="2213700" cy="40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Krona One"/>
                    <a:ea typeface="Krona One"/>
                    <a:cs typeface="Krona One"/>
                    <a:sym typeface="Krona One"/>
                  </a:rPr>
                  <a:t>Threshold added</a:t>
                </a:r>
                <a:endParaRPr sz="1200">
                  <a:solidFill>
                    <a:schemeClr val="lt1"/>
                  </a:solidFill>
                  <a:latin typeface="Krona One"/>
                  <a:ea typeface="Krona One"/>
                  <a:cs typeface="Krona One"/>
                  <a:sym typeface="Krona One"/>
                </a:endParaRPr>
              </a:p>
            </p:txBody>
          </p:sp>
          <p:sp>
            <p:nvSpPr>
              <p:cNvPr id="544" name="Google Shape;544;p24"/>
              <p:cNvSpPr txBox="1"/>
              <p:nvPr/>
            </p:nvSpPr>
            <p:spPr>
              <a:xfrm>
                <a:off x="496450" y="3937750"/>
                <a:ext cx="2303400" cy="51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Ubuntu"/>
                    <a:ea typeface="Ubuntu"/>
                    <a:cs typeface="Ubuntu"/>
                    <a:sym typeface="Ubuntu"/>
                  </a:rPr>
                  <a:t>This creates limits on how sure a box is for it to actually register as an object (obj_thresh)</a:t>
                </a:r>
                <a:endParaRPr sz="1100">
                  <a:solidFill>
                    <a:schemeClr val="lt1"/>
                  </a:solidFill>
                  <a:latin typeface="Ubuntu"/>
                  <a:ea typeface="Ubuntu"/>
                  <a:cs typeface="Ubuntu"/>
                  <a:sym typeface="Ubuntu"/>
                </a:endParaRPr>
              </a:p>
            </p:txBody>
          </p:sp>
        </p:grpSp>
        <p:sp>
          <p:nvSpPr>
            <p:cNvPr id="545" name="Google Shape;545;p24"/>
            <p:cNvSpPr txBox="1"/>
            <p:nvPr/>
          </p:nvSpPr>
          <p:spPr>
            <a:xfrm>
              <a:off x="1131013" y="2978450"/>
              <a:ext cx="1135200" cy="40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4"/>
                  </a:solidFill>
                  <a:latin typeface="Krona One"/>
                  <a:ea typeface="Krona One"/>
                  <a:cs typeface="Krona One"/>
                  <a:sym typeface="Krona One"/>
                </a:rPr>
                <a:t>Step 1</a:t>
              </a:r>
              <a:endParaRPr sz="1200">
                <a:solidFill>
                  <a:schemeClr val="accent4"/>
                </a:solidFill>
                <a:latin typeface="Krona One"/>
                <a:ea typeface="Krona One"/>
                <a:cs typeface="Krona One"/>
                <a:sym typeface="Krona One"/>
              </a:endParaRPr>
            </a:p>
          </p:txBody>
        </p:sp>
      </p:grpSp>
      <p:grpSp>
        <p:nvGrpSpPr>
          <p:cNvPr id="546" name="Google Shape;546;p24"/>
          <p:cNvGrpSpPr/>
          <p:nvPr/>
        </p:nvGrpSpPr>
        <p:grpSpPr>
          <a:xfrm>
            <a:off x="3510125" y="3459550"/>
            <a:ext cx="2214000" cy="1603700"/>
            <a:chOff x="3465150" y="2978450"/>
            <a:chExt cx="2214000" cy="1603700"/>
          </a:xfrm>
        </p:grpSpPr>
        <p:sp>
          <p:nvSpPr>
            <p:cNvPr id="547" name="Google Shape;547;p24"/>
            <p:cNvSpPr txBox="1"/>
            <p:nvPr/>
          </p:nvSpPr>
          <p:spPr>
            <a:xfrm>
              <a:off x="3465150" y="3583475"/>
              <a:ext cx="2213700" cy="40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Krona One"/>
                  <a:ea typeface="Krona One"/>
                  <a:cs typeface="Krona One"/>
                  <a:sym typeface="Krona One"/>
                </a:rPr>
                <a:t>Overlap threshold</a:t>
              </a:r>
              <a:endParaRPr sz="1200">
                <a:solidFill>
                  <a:schemeClr val="lt1"/>
                </a:solidFill>
                <a:latin typeface="Krona One"/>
                <a:ea typeface="Krona One"/>
                <a:cs typeface="Krona One"/>
                <a:sym typeface="Krona One"/>
              </a:endParaRPr>
            </a:p>
          </p:txBody>
        </p:sp>
        <p:sp>
          <p:nvSpPr>
            <p:cNvPr id="548" name="Google Shape;548;p24"/>
            <p:cNvSpPr txBox="1"/>
            <p:nvPr/>
          </p:nvSpPr>
          <p:spPr>
            <a:xfrm>
              <a:off x="3465150" y="4063150"/>
              <a:ext cx="2214000" cy="51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Ubuntu"/>
                  <a:ea typeface="Ubuntu"/>
                  <a:cs typeface="Ubuntu"/>
                  <a:sym typeface="Ubuntu"/>
                </a:rPr>
                <a:t>If a box </a:t>
              </a:r>
              <a:r>
                <a:rPr lang="en" sz="1100">
                  <a:solidFill>
                    <a:schemeClr val="lt1"/>
                  </a:solidFill>
                  <a:latin typeface="Ubuntu"/>
                  <a:ea typeface="Ubuntu"/>
                  <a:cs typeface="Ubuntu"/>
                  <a:sym typeface="Ubuntu"/>
                </a:rPr>
                <a:t>overlaps a lot (more than nms_thresh) with another box which is more sure of an object</a:t>
              </a:r>
              <a:endParaRPr sz="1100">
                <a:solidFill>
                  <a:schemeClr val="lt1"/>
                </a:solidFill>
                <a:latin typeface="Ubuntu"/>
                <a:ea typeface="Ubuntu"/>
                <a:cs typeface="Ubuntu"/>
                <a:sym typeface="Ubuntu"/>
              </a:endParaRPr>
            </a:p>
          </p:txBody>
        </p:sp>
        <p:sp>
          <p:nvSpPr>
            <p:cNvPr id="549" name="Google Shape;549;p24"/>
            <p:cNvSpPr txBox="1"/>
            <p:nvPr/>
          </p:nvSpPr>
          <p:spPr>
            <a:xfrm>
              <a:off x="3995113" y="2978450"/>
              <a:ext cx="1135200" cy="40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4"/>
                  </a:solidFill>
                  <a:latin typeface="Krona One"/>
                  <a:ea typeface="Krona One"/>
                  <a:cs typeface="Krona One"/>
                  <a:sym typeface="Krona One"/>
                </a:rPr>
                <a:t>Step</a:t>
              </a:r>
              <a:r>
                <a:rPr lang="en" sz="1200">
                  <a:solidFill>
                    <a:schemeClr val="accent4"/>
                  </a:solidFill>
                  <a:latin typeface="Krona One"/>
                  <a:ea typeface="Krona One"/>
                  <a:cs typeface="Krona One"/>
                  <a:sym typeface="Krona One"/>
                </a:rPr>
                <a:t> 2</a:t>
              </a:r>
              <a:endParaRPr sz="1200">
                <a:solidFill>
                  <a:schemeClr val="accent4"/>
                </a:solidFill>
                <a:latin typeface="Krona One"/>
                <a:ea typeface="Krona One"/>
                <a:cs typeface="Krona One"/>
                <a:sym typeface="Krona One"/>
              </a:endParaRPr>
            </a:p>
          </p:txBody>
        </p:sp>
      </p:grpSp>
      <p:grpSp>
        <p:nvGrpSpPr>
          <p:cNvPr id="550" name="Google Shape;550;p24"/>
          <p:cNvGrpSpPr/>
          <p:nvPr/>
        </p:nvGrpSpPr>
        <p:grpSpPr>
          <a:xfrm>
            <a:off x="6338325" y="3459550"/>
            <a:ext cx="2214000" cy="1603700"/>
            <a:chOff x="6293275" y="2978450"/>
            <a:chExt cx="2214000" cy="1603700"/>
          </a:xfrm>
        </p:grpSpPr>
        <p:sp>
          <p:nvSpPr>
            <p:cNvPr id="551" name="Google Shape;551;p24"/>
            <p:cNvSpPr txBox="1"/>
            <p:nvPr/>
          </p:nvSpPr>
          <p:spPr>
            <a:xfrm>
              <a:off x="6293425" y="3579425"/>
              <a:ext cx="2213700" cy="40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Krona One"/>
                  <a:ea typeface="Krona One"/>
                  <a:cs typeface="Krona One"/>
                  <a:sym typeface="Krona One"/>
                </a:rPr>
                <a:t>Outcome</a:t>
              </a:r>
              <a:endParaRPr sz="1200">
                <a:solidFill>
                  <a:schemeClr val="lt1"/>
                </a:solidFill>
                <a:latin typeface="Krona One"/>
                <a:ea typeface="Krona One"/>
                <a:cs typeface="Krona One"/>
                <a:sym typeface="Krona One"/>
              </a:endParaRPr>
            </a:p>
          </p:txBody>
        </p:sp>
        <p:sp>
          <p:nvSpPr>
            <p:cNvPr id="552" name="Google Shape;552;p24"/>
            <p:cNvSpPr txBox="1"/>
            <p:nvPr/>
          </p:nvSpPr>
          <p:spPr>
            <a:xfrm>
              <a:off x="6293275" y="4063150"/>
              <a:ext cx="2214000" cy="51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Ubuntu"/>
                  <a:ea typeface="Ubuntu"/>
                  <a:cs typeface="Ubuntu"/>
                  <a:sym typeface="Ubuntu"/>
                </a:rPr>
                <a:t>Both of these help ensure that only real objects are detected, and the same object isn’t detected many times</a:t>
              </a:r>
              <a:endParaRPr sz="1100">
                <a:solidFill>
                  <a:schemeClr val="lt1"/>
                </a:solidFill>
                <a:latin typeface="Ubuntu"/>
                <a:ea typeface="Ubuntu"/>
                <a:cs typeface="Ubuntu"/>
                <a:sym typeface="Ubuntu"/>
              </a:endParaRPr>
            </a:p>
          </p:txBody>
        </p:sp>
        <p:sp>
          <p:nvSpPr>
            <p:cNvPr id="553" name="Google Shape;553;p24"/>
            <p:cNvSpPr txBox="1"/>
            <p:nvPr/>
          </p:nvSpPr>
          <p:spPr>
            <a:xfrm>
              <a:off x="6864738" y="2978450"/>
              <a:ext cx="1135200" cy="40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4"/>
                  </a:solidFill>
                  <a:latin typeface="Krona One"/>
                  <a:ea typeface="Krona One"/>
                  <a:cs typeface="Krona One"/>
                  <a:sym typeface="Krona One"/>
                </a:rPr>
                <a:t>Step</a:t>
              </a:r>
              <a:r>
                <a:rPr lang="en" sz="1200">
                  <a:solidFill>
                    <a:schemeClr val="accent4"/>
                  </a:solidFill>
                  <a:latin typeface="Krona One"/>
                  <a:ea typeface="Krona One"/>
                  <a:cs typeface="Krona One"/>
                  <a:sym typeface="Krona One"/>
                </a:rPr>
                <a:t> 3</a:t>
              </a:r>
              <a:endParaRPr sz="1200">
                <a:solidFill>
                  <a:schemeClr val="accent4"/>
                </a:solidFill>
                <a:latin typeface="Krona One"/>
                <a:ea typeface="Krona One"/>
                <a:cs typeface="Krona One"/>
                <a:sym typeface="Krona One"/>
              </a:endParaRPr>
            </a:p>
          </p:txBody>
        </p:sp>
      </p:grpSp>
      <p:pic>
        <p:nvPicPr>
          <p:cNvPr id="554" name="Google Shape;554;p24"/>
          <p:cNvPicPr preferRelativeResize="0"/>
          <p:nvPr/>
        </p:nvPicPr>
        <p:blipFill>
          <a:blip r:embed="rId3">
            <a:alphaModFix/>
          </a:blip>
          <a:stretch>
            <a:fillRect/>
          </a:stretch>
        </p:blipFill>
        <p:spPr>
          <a:xfrm>
            <a:off x="5314276" y="1857678"/>
            <a:ext cx="2492325" cy="1428151"/>
          </a:xfrm>
          <a:prstGeom prst="rect">
            <a:avLst/>
          </a:prstGeom>
          <a:noFill/>
          <a:ln>
            <a:noFill/>
          </a:ln>
        </p:spPr>
      </p:pic>
      <p:pic>
        <p:nvPicPr>
          <p:cNvPr id="555" name="Google Shape;555;p24" title="0ca8f984-ff20-450c-ad12-57d4b5685c34.png"/>
          <p:cNvPicPr preferRelativeResize="0"/>
          <p:nvPr/>
        </p:nvPicPr>
        <p:blipFill>
          <a:blip r:embed="rId4">
            <a:alphaModFix/>
          </a:blip>
          <a:stretch>
            <a:fillRect/>
          </a:stretch>
        </p:blipFill>
        <p:spPr>
          <a:xfrm>
            <a:off x="1725701" y="1857673"/>
            <a:ext cx="2492347" cy="1428162"/>
          </a:xfrm>
          <a:prstGeom prst="rect">
            <a:avLst/>
          </a:prstGeom>
          <a:noFill/>
          <a:ln>
            <a:noFill/>
          </a:ln>
        </p:spPr>
      </p:pic>
      <p:sp>
        <p:nvSpPr>
          <p:cNvPr id="556" name="Google Shape;556;p24"/>
          <p:cNvSpPr txBox="1"/>
          <p:nvPr/>
        </p:nvSpPr>
        <p:spPr>
          <a:xfrm>
            <a:off x="1627025" y="1457475"/>
            <a:ext cx="509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Ubuntu"/>
                <a:ea typeface="Ubuntu"/>
                <a:cs typeface="Ubuntu"/>
                <a:sym typeface="Ubuntu"/>
              </a:rPr>
              <a:t>Before                                                                          After</a:t>
            </a:r>
            <a:endParaRPr>
              <a:solidFill>
                <a:schemeClr val="dk2"/>
              </a:solidFill>
              <a:latin typeface="Ubuntu"/>
              <a:ea typeface="Ubuntu"/>
              <a:cs typeface="Ubuntu"/>
              <a:sym typeface="Ubuntu"/>
            </a:endParaRPr>
          </a:p>
        </p:txBody>
      </p:sp>
      <p:sp>
        <p:nvSpPr>
          <p:cNvPr id="557" name="Google Shape;557;p24"/>
          <p:cNvSpPr txBox="1"/>
          <p:nvPr/>
        </p:nvSpPr>
        <p:spPr>
          <a:xfrm>
            <a:off x="654500" y="940150"/>
            <a:ext cx="8272500" cy="405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latin typeface="Krona One"/>
                <a:ea typeface="Krona One"/>
                <a:cs typeface="Krona One"/>
                <a:sym typeface="Krona One"/>
              </a:rPr>
              <a:t>do_nms(boxes, nms_thresh, obj_thresh)</a:t>
            </a:r>
            <a:endParaRPr sz="1100">
              <a:solidFill>
                <a:schemeClr val="dk1"/>
              </a:solidFill>
              <a:latin typeface="Krona One"/>
              <a:ea typeface="Krona One"/>
              <a:cs typeface="Krona One"/>
              <a:sym typeface="Krona One"/>
            </a:endParaRPr>
          </a:p>
          <a:p>
            <a:pPr indent="0" lvl="0" marL="0" rtl="0" algn="l">
              <a:lnSpc>
                <a:spcPct val="115000"/>
              </a:lnSpc>
              <a:spcBef>
                <a:spcPts val="0"/>
              </a:spcBef>
              <a:spcAft>
                <a:spcPts val="0"/>
              </a:spcAft>
              <a:buNone/>
            </a:pPr>
            <a:r>
              <a:t/>
            </a:r>
            <a:endParaRPr sz="1100">
              <a:solidFill>
                <a:schemeClr val="dk1"/>
              </a:solidFill>
              <a:latin typeface="Krona One"/>
              <a:ea typeface="Krona One"/>
              <a:cs typeface="Krona One"/>
              <a:sym typeface="Krona On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5"/>
          <p:cNvSpPr txBox="1"/>
          <p:nvPr>
            <p:ph type="title"/>
          </p:nvPr>
        </p:nvSpPr>
        <p:spPr>
          <a:xfrm>
            <a:off x="615307" y="41013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turn it into a video!</a:t>
            </a:r>
            <a:endParaRPr sz="1600"/>
          </a:p>
        </p:txBody>
      </p:sp>
      <p:sp>
        <p:nvSpPr>
          <p:cNvPr id="563" name="Google Shape;563;p25"/>
          <p:cNvSpPr txBox="1"/>
          <p:nvPr/>
        </p:nvSpPr>
        <p:spPr>
          <a:xfrm>
            <a:off x="615300" y="983075"/>
            <a:ext cx="2816700" cy="3429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lnSpc>
                <a:spcPct val="200000"/>
              </a:lnSpc>
              <a:spcBef>
                <a:spcPts val="0"/>
              </a:spcBef>
              <a:spcAft>
                <a:spcPts val="0"/>
              </a:spcAft>
              <a:buClr>
                <a:schemeClr val="lt1"/>
              </a:buClr>
              <a:buSzPts val="1400"/>
              <a:buFont typeface="Ubuntu"/>
              <a:buChar char="●"/>
            </a:pPr>
            <a:r>
              <a:rPr lang="en">
                <a:solidFill>
                  <a:schemeClr val="lt1"/>
                </a:solidFill>
                <a:latin typeface="Ubuntu"/>
                <a:ea typeface="Ubuntu"/>
                <a:cs typeface="Ubuntu"/>
                <a:sym typeface="Ubuntu"/>
              </a:rPr>
              <a:t>Take the code from before</a:t>
            </a:r>
            <a:endParaRPr>
              <a:solidFill>
                <a:schemeClr val="lt1"/>
              </a:solidFill>
              <a:latin typeface="Ubuntu"/>
              <a:ea typeface="Ubuntu"/>
              <a:cs typeface="Ubuntu"/>
              <a:sym typeface="Ubuntu"/>
            </a:endParaRPr>
          </a:p>
          <a:p>
            <a:pPr indent="-317500" lvl="0" marL="457200" rtl="0" algn="l">
              <a:lnSpc>
                <a:spcPct val="200000"/>
              </a:lnSpc>
              <a:spcBef>
                <a:spcPts val="0"/>
              </a:spcBef>
              <a:spcAft>
                <a:spcPts val="0"/>
              </a:spcAft>
              <a:buClr>
                <a:schemeClr val="lt1"/>
              </a:buClr>
              <a:buSzPts val="1400"/>
              <a:buFont typeface="Ubuntu"/>
              <a:buChar char="●"/>
            </a:pPr>
            <a:r>
              <a:rPr lang="en">
                <a:solidFill>
                  <a:schemeClr val="lt1"/>
                </a:solidFill>
                <a:latin typeface="Ubuntu"/>
                <a:ea typeface="Ubuntu"/>
                <a:cs typeface="Ubuntu"/>
                <a:sym typeface="Ubuntu"/>
              </a:rPr>
              <a:t>Run it on each of the frames of a short video </a:t>
            </a:r>
            <a:endParaRPr>
              <a:solidFill>
                <a:schemeClr val="lt1"/>
              </a:solidFill>
              <a:latin typeface="Ubuntu"/>
              <a:ea typeface="Ubuntu"/>
              <a:cs typeface="Ubuntu"/>
              <a:sym typeface="Ubuntu"/>
            </a:endParaRPr>
          </a:p>
          <a:p>
            <a:pPr indent="-317500" lvl="0" marL="457200" rtl="0" algn="l">
              <a:lnSpc>
                <a:spcPct val="200000"/>
              </a:lnSpc>
              <a:spcBef>
                <a:spcPts val="0"/>
              </a:spcBef>
              <a:spcAft>
                <a:spcPts val="0"/>
              </a:spcAft>
              <a:buClr>
                <a:schemeClr val="lt1"/>
              </a:buClr>
              <a:buSzPts val="1400"/>
              <a:buFont typeface="Ubuntu"/>
              <a:buChar char="●"/>
            </a:pPr>
            <a:r>
              <a:rPr lang="en">
                <a:solidFill>
                  <a:schemeClr val="lt1"/>
                </a:solidFill>
                <a:latin typeface="Ubuntu"/>
                <a:ea typeface="Ubuntu"/>
                <a:cs typeface="Ubuntu"/>
                <a:sym typeface="Ubuntu"/>
              </a:rPr>
              <a:t>String the frames into a video</a:t>
            </a:r>
            <a:endParaRPr>
              <a:solidFill>
                <a:schemeClr val="lt1"/>
              </a:solidFill>
              <a:latin typeface="Ubuntu"/>
              <a:ea typeface="Ubuntu"/>
              <a:cs typeface="Ubuntu"/>
              <a:sym typeface="Ubuntu"/>
            </a:endParaRPr>
          </a:p>
        </p:txBody>
      </p:sp>
      <p:pic>
        <p:nvPicPr>
          <p:cNvPr id="564" name="Google Shape;564;p25" title="video1_detected (1).mp4">
            <a:hlinkClick r:id="rId3"/>
          </p:cNvPr>
          <p:cNvPicPr preferRelativeResize="0"/>
          <p:nvPr/>
        </p:nvPicPr>
        <p:blipFill>
          <a:blip r:embed="rId4">
            <a:alphaModFix/>
          </a:blip>
          <a:stretch>
            <a:fillRect/>
          </a:stretch>
        </p:blipFill>
        <p:spPr>
          <a:xfrm>
            <a:off x="4043875" y="982838"/>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1000"/>
                                        <p:tgtEl>
                                          <p:spTgt spid="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26"/>
          <p:cNvSpPr txBox="1"/>
          <p:nvPr>
            <p:ph type="title"/>
          </p:nvPr>
        </p:nvSpPr>
        <p:spPr>
          <a:xfrm>
            <a:off x="1043032" y="23528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graphicFrame>
        <p:nvGraphicFramePr>
          <p:cNvPr id="570" name="Google Shape;570;p26"/>
          <p:cNvGraphicFramePr/>
          <p:nvPr/>
        </p:nvGraphicFramePr>
        <p:xfrm>
          <a:off x="1043025" y="808000"/>
          <a:ext cx="3000000" cy="3000000"/>
        </p:xfrm>
        <a:graphic>
          <a:graphicData uri="http://schemas.openxmlformats.org/drawingml/2006/table">
            <a:tbl>
              <a:tblPr>
                <a:noFill/>
                <a:tableStyleId>{61F2DD13-1DAA-4EB0-8382-CD8D6F96B8C8}</a:tableStyleId>
              </a:tblPr>
              <a:tblGrid>
                <a:gridCol w="3793950"/>
                <a:gridCol w="3529925"/>
              </a:tblGrid>
              <a:tr h="255850">
                <a:tc>
                  <a:txBody>
                    <a:bodyPr/>
                    <a:lstStyle/>
                    <a:p>
                      <a:pPr indent="0" lvl="0" marL="0" rtl="0" algn="ctr">
                        <a:spcBef>
                          <a:spcPts val="0"/>
                        </a:spcBef>
                        <a:spcAft>
                          <a:spcPts val="0"/>
                        </a:spcAft>
                        <a:buNone/>
                      </a:pPr>
                      <a:r>
                        <a:rPr lang="en">
                          <a:solidFill>
                            <a:srgbClr val="FFFFFF"/>
                          </a:solidFill>
                          <a:latin typeface="Krona One"/>
                          <a:ea typeface="Krona One"/>
                          <a:cs typeface="Krona One"/>
                          <a:sym typeface="Krona One"/>
                        </a:rPr>
                        <a:t> Less Successful sections</a:t>
                      </a:r>
                      <a:endParaRPr>
                        <a:solidFill>
                          <a:srgbClr val="FFFFFF"/>
                        </a:solidFill>
                        <a:latin typeface="Krona One"/>
                        <a:ea typeface="Krona One"/>
                        <a:cs typeface="Krona One"/>
                        <a:sym typeface="Krona One"/>
                      </a:endParaRPr>
                    </a:p>
                  </a:txBody>
                  <a:tcPr marT="91425" marB="91425" marR="91425" marL="91425" anchor="ctr">
                    <a:lnL cap="flat" cmpd="sng" w="9525">
                      <a:solidFill>
                        <a:srgbClr val="434343">
                          <a:alpha val="0"/>
                        </a:srgbClr>
                      </a:solidFill>
                      <a:prstDash val="solid"/>
                      <a:round/>
                      <a:headEnd len="sm" w="sm" type="none"/>
                      <a:tailEnd len="sm" w="sm" type="none"/>
                    </a:lnL>
                    <a:lnR cap="flat" cmpd="sng" w="19050">
                      <a:solidFill>
                        <a:srgbClr val="589690"/>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19050">
                      <a:solidFill>
                        <a:srgbClr val="58969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rgbClr val="FFFFFF"/>
                          </a:solidFill>
                          <a:latin typeface="Krona One"/>
                          <a:ea typeface="Krona One"/>
                          <a:cs typeface="Krona One"/>
                          <a:sym typeface="Krona One"/>
                        </a:rPr>
                        <a:t>Successes</a:t>
                      </a:r>
                      <a:endParaRPr>
                        <a:solidFill>
                          <a:srgbClr val="FFFFFF"/>
                        </a:solidFill>
                        <a:latin typeface="Krona One"/>
                        <a:ea typeface="Krona One"/>
                        <a:cs typeface="Krona One"/>
                        <a:sym typeface="Krona One"/>
                      </a:endParaRPr>
                    </a:p>
                  </a:txBody>
                  <a:tcPr marT="91425" marB="91425" marR="91425" marL="91425" anchor="ctr">
                    <a:lnL cap="flat" cmpd="sng" w="19050">
                      <a:solidFill>
                        <a:srgbClr val="589690"/>
                      </a:solidFill>
                      <a:prstDash val="solid"/>
                      <a:round/>
                      <a:headEnd len="sm" w="sm" type="none"/>
                      <a:tailEnd len="sm" w="sm" type="none"/>
                    </a:lnL>
                    <a:lnR cap="flat" cmpd="sng" w="9525">
                      <a:solidFill>
                        <a:srgbClr val="F3F3F3">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19050">
                      <a:solidFill>
                        <a:srgbClr val="589690"/>
                      </a:solidFill>
                      <a:prstDash val="solid"/>
                      <a:round/>
                      <a:headEnd len="sm" w="sm" type="none"/>
                      <a:tailEnd len="sm" w="sm" type="none"/>
                    </a:lnB>
                    <a:solidFill>
                      <a:schemeClr val="dk1"/>
                    </a:solidFill>
                  </a:tcPr>
                </a:tc>
              </a:tr>
              <a:tr h="3135950">
                <a:tc>
                  <a:txBody>
                    <a:bodyPr/>
                    <a:lstStyle/>
                    <a:p>
                      <a:pPr indent="-330200" lvl="0" marL="457200" rtl="0" algn="ctr">
                        <a:spcBef>
                          <a:spcPts val="0"/>
                        </a:spcBef>
                        <a:spcAft>
                          <a:spcPts val="0"/>
                        </a:spcAft>
                        <a:buClr>
                          <a:srgbClr val="383838"/>
                        </a:buClr>
                        <a:buSzPts val="1600"/>
                        <a:buFont typeface="Krona One"/>
                        <a:buChar char="●"/>
                      </a:pPr>
                      <a:r>
                        <a:rPr lang="en" sz="1600">
                          <a:solidFill>
                            <a:srgbClr val="383838"/>
                          </a:solidFill>
                          <a:latin typeface="Krona One"/>
                          <a:ea typeface="Krona One"/>
                          <a:cs typeface="Krona One"/>
                          <a:sym typeface="Krona One"/>
                        </a:rPr>
                        <a:t>Perceptron</a:t>
                      </a:r>
                      <a:r>
                        <a:rPr lang="en" sz="1600">
                          <a:solidFill>
                            <a:srgbClr val="383838"/>
                          </a:solidFill>
                          <a:latin typeface="Krona One"/>
                          <a:ea typeface="Krona One"/>
                          <a:cs typeface="Krona One"/>
                          <a:sym typeface="Krona One"/>
                        </a:rPr>
                        <a:t> on CIFAR data - ~70% accuracy. Not ideal.</a:t>
                      </a:r>
                      <a:endParaRPr sz="1600">
                        <a:solidFill>
                          <a:srgbClr val="383838"/>
                        </a:solidFill>
                        <a:latin typeface="Krona One"/>
                        <a:ea typeface="Krona One"/>
                        <a:cs typeface="Krona One"/>
                        <a:sym typeface="Krona One"/>
                      </a:endParaRPr>
                    </a:p>
                    <a:p>
                      <a:pPr indent="-330200" lvl="0" marL="457200" rtl="0" algn="ctr">
                        <a:spcBef>
                          <a:spcPts val="0"/>
                        </a:spcBef>
                        <a:spcAft>
                          <a:spcPts val="0"/>
                        </a:spcAft>
                        <a:buClr>
                          <a:srgbClr val="383838"/>
                        </a:buClr>
                        <a:buSzPts val="1600"/>
                        <a:buFont typeface="Krona One"/>
                        <a:buChar char="●"/>
                      </a:pPr>
                      <a:r>
                        <a:rPr lang="en" sz="1600">
                          <a:solidFill>
                            <a:srgbClr val="383838"/>
                          </a:solidFill>
                          <a:latin typeface="Krona One"/>
                          <a:ea typeface="Krona One"/>
                          <a:cs typeface="Krona One"/>
                          <a:sym typeface="Krona One"/>
                        </a:rPr>
                        <a:t>CNN - 83%, better but still high amount of inaccuracy</a:t>
                      </a:r>
                      <a:endParaRPr sz="1600">
                        <a:solidFill>
                          <a:srgbClr val="383838"/>
                        </a:solidFill>
                        <a:latin typeface="Krona One"/>
                        <a:ea typeface="Krona One"/>
                        <a:cs typeface="Krona One"/>
                        <a:sym typeface="Krona One"/>
                      </a:endParaRPr>
                    </a:p>
                  </a:txBody>
                  <a:tcPr marT="91425" marB="91425" marR="91425" marL="91425" anchor="ctr">
                    <a:lnL cap="flat" cmpd="sng" w="9525">
                      <a:solidFill>
                        <a:srgbClr val="434343">
                          <a:alpha val="0"/>
                        </a:srgbClr>
                      </a:solidFill>
                      <a:prstDash val="solid"/>
                      <a:round/>
                      <a:headEnd len="sm" w="sm" type="none"/>
                      <a:tailEnd len="sm" w="sm" type="none"/>
                    </a:lnL>
                    <a:lnR cap="flat" cmpd="sng" w="19050">
                      <a:solidFill>
                        <a:srgbClr val="589690"/>
                      </a:solidFill>
                      <a:prstDash val="solid"/>
                      <a:round/>
                      <a:headEnd len="sm" w="sm" type="none"/>
                      <a:tailEnd len="sm" w="sm" type="none"/>
                    </a:lnR>
                    <a:lnT cap="flat" cmpd="sng" w="19050">
                      <a:solidFill>
                        <a:srgbClr val="589690"/>
                      </a:solidFill>
                      <a:prstDash val="solid"/>
                      <a:round/>
                      <a:headEnd len="sm" w="sm" type="none"/>
                      <a:tailEnd len="sm" w="sm" type="none"/>
                    </a:lnT>
                    <a:lnB cap="flat" cmpd="sng" w="19050">
                      <a:solidFill>
                        <a:srgbClr val="589690"/>
                      </a:solidFill>
                      <a:prstDash val="solid"/>
                      <a:round/>
                      <a:headEnd len="sm" w="sm" type="none"/>
                      <a:tailEnd len="sm" w="sm" type="none"/>
                    </a:lnB>
                    <a:solidFill>
                      <a:srgbClr val="E83D3D"/>
                    </a:solidFill>
                  </a:tcPr>
                </a:tc>
                <a:tc>
                  <a:txBody>
                    <a:bodyPr/>
                    <a:lstStyle/>
                    <a:p>
                      <a:pPr indent="0" lvl="0" marL="0" rtl="0" algn="l">
                        <a:spcBef>
                          <a:spcPts val="0"/>
                        </a:spcBef>
                        <a:spcAft>
                          <a:spcPts val="0"/>
                        </a:spcAft>
                        <a:buNone/>
                      </a:pPr>
                      <a:r>
                        <a:t/>
                      </a:r>
                      <a:endParaRPr sz="1600">
                        <a:solidFill>
                          <a:srgbClr val="383838"/>
                        </a:solidFill>
                        <a:latin typeface="Krona One"/>
                        <a:ea typeface="Krona One"/>
                        <a:cs typeface="Krona One"/>
                        <a:sym typeface="Krona One"/>
                      </a:endParaRPr>
                    </a:p>
                    <a:p>
                      <a:pPr indent="-330200" lvl="0" marL="457200" rtl="0" algn="l">
                        <a:spcBef>
                          <a:spcPts val="0"/>
                        </a:spcBef>
                        <a:spcAft>
                          <a:spcPts val="0"/>
                        </a:spcAft>
                        <a:buClr>
                          <a:srgbClr val="383838"/>
                        </a:buClr>
                        <a:buSzPts val="1600"/>
                        <a:buFont typeface="Krona One"/>
                        <a:buChar char="●"/>
                      </a:pPr>
                      <a:r>
                        <a:rPr lang="en" sz="1600">
                          <a:solidFill>
                            <a:srgbClr val="383838"/>
                          </a:solidFill>
                          <a:latin typeface="Krona One"/>
                          <a:ea typeface="Krona One"/>
                          <a:cs typeface="Krona One"/>
                          <a:sym typeface="Krona One"/>
                        </a:rPr>
                        <a:t>VGG-16 provided 95% accuracy on data</a:t>
                      </a:r>
                      <a:endParaRPr sz="1600">
                        <a:solidFill>
                          <a:srgbClr val="383838"/>
                        </a:solidFill>
                        <a:latin typeface="Krona One"/>
                        <a:ea typeface="Krona One"/>
                        <a:cs typeface="Krona One"/>
                        <a:sym typeface="Krona One"/>
                      </a:endParaRPr>
                    </a:p>
                    <a:p>
                      <a:pPr indent="-330200" lvl="0" marL="457200" rtl="0" algn="l">
                        <a:spcBef>
                          <a:spcPts val="0"/>
                        </a:spcBef>
                        <a:spcAft>
                          <a:spcPts val="0"/>
                        </a:spcAft>
                        <a:buClr>
                          <a:srgbClr val="383838"/>
                        </a:buClr>
                        <a:buSzPts val="1600"/>
                        <a:buFont typeface="Krona One"/>
                        <a:buChar char="●"/>
                      </a:pPr>
                      <a:r>
                        <a:rPr lang="en" sz="1600">
                          <a:solidFill>
                            <a:srgbClr val="383838"/>
                          </a:solidFill>
                          <a:latin typeface="Krona One"/>
                          <a:ea typeface="Krona One"/>
                          <a:cs typeface="Krona One"/>
                          <a:sym typeface="Krona One"/>
                        </a:rPr>
                        <a:t>Bounding Box w YOLO was mostly successful</a:t>
                      </a:r>
                      <a:endParaRPr sz="1600">
                        <a:solidFill>
                          <a:srgbClr val="383838"/>
                        </a:solidFill>
                        <a:latin typeface="Krona One"/>
                        <a:ea typeface="Krona One"/>
                        <a:cs typeface="Krona One"/>
                        <a:sym typeface="Krona One"/>
                      </a:endParaRPr>
                    </a:p>
                    <a:p>
                      <a:pPr indent="-330200" lvl="0" marL="457200" rtl="0" algn="l">
                        <a:spcBef>
                          <a:spcPts val="0"/>
                        </a:spcBef>
                        <a:spcAft>
                          <a:spcPts val="0"/>
                        </a:spcAft>
                        <a:buClr>
                          <a:srgbClr val="383838"/>
                        </a:buClr>
                        <a:buSzPts val="1600"/>
                        <a:buFont typeface="Krona One"/>
                        <a:buChar char="●"/>
                      </a:pPr>
                      <a:r>
                        <a:rPr lang="en" sz="1600">
                          <a:solidFill>
                            <a:srgbClr val="383838"/>
                          </a:solidFill>
                          <a:latin typeface="Krona One"/>
                          <a:ea typeface="Krona One"/>
                          <a:cs typeface="Krona One"/>
                          <a:sym typeface="Krona One"/>
                        </a:rPr>
                        <a:t>Rendered video at the end produced good results</a:t>
                      </a:r>
                      <a:endParaRPr sz="1600">
                        <a:solidFill>
                          <a:srgbClr val="383838"/>
                        </a:solidFill>
                        <a:latin typeface="Krona One"/>
                        <a:ea typeface="Krona One"/>
                        <a:cs typeface="Krona One"/>
                        <a:sym typeface="Krona One"/>
                      </a:endParaRPr>
                    </a:p>
                  </a:txBody>
                  <a:tcPr marT="91425" marB="91425" marR="91425" marL="91425" anchor="ctr">
                    <a:lnL cap="flat" cmpd="sng" w="19050">
                      <a:solidFill>
                        <a:srgbClr val="589690"/>
                      </a:solidFill>
                      <a:prstDash val="solid"/>
                      <a:round/>
                      <a:headEnd len="sm" w="sm" type="none"/>
                      <a:tailEnd len="sm" w="sm" type="none"/>
                    </a:lnL>
                    <a:lnR cap="flat" cmpd="sng" w="9525">
                      <a:solidFill>
                        <a:srgbClr val="434343">
                          <a:alpha val="0"/>
                        </a:srgbClr>
                      </a:solidFill>
                      <a:prstDash val="solid"/>
                      <a:round/>
                      <a:headEnd len="sm" w="sm" type="none"/>
                      <a:tailEnd len="sm" w="sm" type="none"/>
                    </a:lnR>
                    <a:lnT cap="flat" cmpd="sng" w="19050">
                      <a:solidFill>
                        <a:srgbClr val="589690"/>
                      </a:solidFill>
                      <a:prstDash val="solid"/>
                      <a:round/>
                      <a:headEnd len="sm" w="sm" type="none"/>
                      <a:tailEnd len="sm" w="sm" type="none"/>
                    </a:lnT>
                    <a:lnB cap="flat" cmpd="sng" w="19050">
                      <a:solidFill>
                        <a:srgbClr val="589690"/>
                      </a:solidFill>
                      <a:prstDash val="solid"/>
                      <a:round/>
                      <a:headEnd len="sm" w="sm" type="none"/>
                      <a:tailEnd len="sm" w="sm" type="none"/>
                    </a:lnB>
                    <a:solidFill>
                      <a:srgbClr val="00FF00"/>
                    </a:solidFill>
                  </a:tcPr>
                </a:tc>
              </a:tr>
              <a:tr h="428600">
                <a:tc>
                  <a:txBody>
                    <a:bodyPr/>
                    <a:lstStyle/>
                    <a:p>
                      <a:pPr indent="0" lvl="0" marL="0" rtl="0" algn="ctr">
                        <a:spcBef>
                          <a:spcPts val="0"/>
                        </a:spcBef>
                        <a:spcAft>
                          <a:spcPts val="0"/>
                        </a:spcAft>
                        <a:buNone/>
                      </a:pPr>
                      <a:r>
                        <a:rPr lang="en" sz="1700">
                          <a:solidFill>
                            <a:schemeClr val="lt1"/>
                          </a:solidFill>
                          <a:latin typeface="Krona One"/>
                          <a:ea typeface="Krona One"/>
                          <a:cs typeface="Krona One"/>
                          <a:sym typeface="Krona One"/>
                        </a:rPr>
                        <a:t>-</a:t>
                      </a:r>
                      <a:endParaRPr sz="1700">
                        <a:solidFill>
                          <a:schemeClr val="lt1"/>
                        </a:solidFill>
                        <a:latin typeface="Krona One"/>
                        <a:ea typeface="Krona One"/>
                        <a:cs typeface="Krona One"/>
                        <a:sym typeface="Krona One"/>
                      </a:endParaRPr>
                    </a:p>
                  </a:txBody>
                  <a:tcPr marT="91425" marB="91425" marR="91425" marL="91425" anchor="ctr">
                    <a:lnL cap="flat" cmpd="sng" w="9525">
                      <a:solidFill>
                        <a:srgbClr val="434343">
                          <a:alpha val="0"/>
                        </a:srgbClr>
                      </a:solidFill>
                      <a:prstDash val="solid"/>
                      <a:round/>
                      <a:headEnd len="sm" w="sm" type="none"/>
                      <a:tailEnd len="sm" w="sm" type="none"/>
                    </a:lnL>
                    <a:lnR cap="flat" cmpd="sng" w="19050">
                      <a:solidFill>
                        <a:srgbClr val="589690"/>
                      </a:solidFill>
                      <a:prstDash val="solid"/>
                      <a:round/>
                      <a:headEnd len="sm" w="sm" type="none"/>
                      <a:tailEnd len="sm" w="sm" type="none"/>
                    </a:lnR>
                    <a:lnT cap="flat" cmpd="sng" w="19050">
                      <a:solidFill>
                        <a:srgbClr val="589690"/>
                      </a:solidFill>
                      <a:prstDash val="solid"/>
                      <a:round/>
                      <a:headEnd len="sm" w="sm" type="none"/>
                      <a:tailEnd len="sm" w="sm" type="none"/>
                    </a:lnT>
                    <a:lnB cap="flat" cmpd="sng" w="9525">
                      <a:solidFill>
                        <a:srgbClr val="434343">
                          <a:alpha val="0"/>
                        </a:srgbClr>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700">
                          <a:solidFill>
                            <a:schemeClr val="lt1"/>
                          </a:solidFill>
                          <a:latin typeface="Krona One"/>
                          <a:ea typeface="Krona One"/>
                          <a:cs typeface="Krona One"/>
                          <a:sym typeface="Krona One"/>
                        </a:rPr>
                        <a:t>-</a:t>
                      </a:r>
                      <a:endParaRPr>
                        <a:solidFill>
                          <a:schemeClr val="lt1"/>
                        </a:solidFill>
                        <a:latin typeface="Ubuntu"/>
                        <a:ea typeface="Ubuntu"/>
                        <a:cs typeface="Ubuntu"/>
                        <a:sym typeface="Ubuntu"/>
                      </a:endParaRPr>
                    </a:p>
                  </a:txBody>
                  <a:tcPr marT="91425" marB="91425" marR="91425" marL="91425" anchor="ctr">
                    <a:lnL cap="flat" cmpd="sng" w="19050">
                      <a:solidFill>
                        <a:srgbClr val="589690"/>
                      </a:solidFill>
                      <a:prstDash val="solid"/>
                      <a:round/>
                      <a:headEnd len="sm" w="sm" type="none"/>
                      <a:tailEnd len="sm" w="sm" type="none"/>
                    </a:lnL>
                    <a:lnR cap="flat" cmpd="sng" w="9525">
                      <a:solidFill>
                        <a:srgbClr val="434343">
                          <a:alpha val="0"/>
                        </a:srgbClr>
                      </a:solidFill>
                      <a:prstDash val="solid"/>
                      <a:round/>
                      <a:headEnd len="sm" w="sm" type="none"/>
                      <a:tailEnd len="sm" w="sm" type="none"/>
                    </a:lnR>
                    <a:lnT cap="flat" cmpd="sng" w="19050">
                      <a:solidFill>
                        <a:srgbClr val="589690"/>
                      </a:solidFill>
                      <a:prstDash val="solid"/>
                      <a:round/>
                      <a:headEnd len="sm" w="sm" type="none"/>
                      <a:tailEnd len="sm" w="sm" type="none"/>
                    </a:lnT>
                    <a:lnB cap="flat" cmpd="sng" w="9525">
                      <a:solidFill>
                        <a:srgbClr val="434343">
                          <a:alpha val="0"/>
                        </a:srgbClr>
                      </a:solidFill>
                      <a:prstDash val="solid"/>
                      <a:round/>
                      <a:headEnd len="sm" w="sm" type="none"/>
                      <a:tailEnd len="sm" w="sm" type="none"/>
                    </a:lnB>
                    <a:solidFill>
                      <a:schemeClr val="dk1"/>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27"/>
          <p:cNvSpPr txBox="1"/>
          <p:nvPr>
            <p:ph type="title"/>
          </p:nvPr>
        </p:nvSpPr>
        <p:spPr>
          <a:xfrm>
            <a:off x="496800" y="513750"/>
            <a:ext cx="8150400" cy="411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9600"/>
              <a:t>The End</a:t>
            </a:r>
            <a:endParaRPr sz="9600"/>
          </a:p>
          <a:p>
            <a:pPr indent="0" lvl="0" marL="0" rtl="0" algn="ctr">
              <a:spcBef>
                <a:spcPts val="0"/>
              </a:spcBef>
              <a:spcAft>
                <a:spcPts val="0"/>
              </a:spcAft>
              <a:buNone/>
            </a:pPr>
            <a:r>
              <a:t/>
            </a:r>
            <a:endParaRPr sz="3000"/>
          </a:p>
          <a:p>
            <a:pPr indent="0" lvl="0" marL="0" rtl="0" algn="ctr">
              <a:spcBef>
                <a:spcPts val="0"/>
              </a:spcBef>
              <a:spcAft>
                <a:spcPts val="0"/>
              </a:spcAft>
              <a:buNone/>
            </a:pPr>
            <a:r>
              <a:rPr lang="en" sz="6000"/>
              <a:t>Thank You For Listening!</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name="Driving Center Infographics by Slidesgo">
  <a:themeElements>
    <a:clrScheme name="Simple Light">
      <a:dk1>
        <a:srgbClr val="1F424C"/>
      </a:dk1>
      <a:lt1>
        <a:srgbClr val="FFFFFF"/>
      </a:lt1>
      <a:dk2>
        <a:srgbClr val="FFFFFF"/>
      </a:dk2>
      <a:lt2>
        <a:srgbClr val="FFFFFF"/>
      </a:lt2>
      <a:accent1>
        <a:srgbClr val="F4D000"/>
      </a:accent1>
      <a:accent2>
        <a:srgbClr val="E83D3D"/>
      </a:accent2>
      <a:accent3>
        <a:srgbClr val="00ABBF"/>
      </a:accent3>
      <a:accent4>
        <a:srgbClr val="336574"/>
      </a:accent4>
      <a:accent5>
        <a:srgbClr val="CEB200"/>
      </a:accent5>
      <a:accent6>
        <a:srgbClr val="B2322E"/>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